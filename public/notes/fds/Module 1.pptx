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97" roundtripDataSignature="AMtx7mgJOt5s9+ta9Tr37jP11nQzA3ol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customschemas.google.com/relationships/presentationmetadata" Target="metadata"/><Relationship Id="rId96" Type="http://schemas.openxmlformats.org/officeDocument/2006/relationships/slide" Target="slides/slide90.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37670d4b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b37670d4b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27e36fe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b27e36fe7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b51c4b6432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3b51c4b6432_0_2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51c4b6432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3b51c4b6432_0_1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b27e36fe7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3b27e36fe7b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b27e36fe7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b27e36fe7b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b27e36fe7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b27e36fe7b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27e36fe7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b27e36fe7b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27e36fe7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b27e36fe7b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b27e36fe7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3b27e36fe7b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b27e36fe7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b27e36fe7b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27e36fe7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b27e36fe7b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b27e36fe7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3b27e36fe7b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b27e36fe7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g3b27e36fe7b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b27e36fe7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b27e36fe7b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b51c4b64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b51c4b643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b51c4b643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b51c4b6432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b51c4b643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g3b51c4b6432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b51c4b643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b51c4b6432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b51c4b643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3b51c4b6432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b51c4b6432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g3b51c4b6432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b51c4b643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g3b51c4b6432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b51c4b643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g3b51c4b6432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b51c4b643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3b51c4b6432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b51c4b643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3b51c4b6432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51c4b643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g3b51c4b6432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b51c4b643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3b51c4b6432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51c4b643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3b51c4b6432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b51c4b643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g3b51c4b6432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b51c4b6432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g3b51c4b6432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b51c4b6432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g3b51c4b6432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b51c4b6432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b51c4b6432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b51c4b6432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g3b51c4b6432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b51c4b6432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g3b51c4b6432_0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b51c4b6432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g3b51c4b6432_0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b51c4b6432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g3b51c4b6432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b51c4b6432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g3b51c4b6432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b51c4b6432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g3b51c4b6432_0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b51c4b6432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3b51c4b6432_0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b51c4b6432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3b51c4b6432_0_1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b51c4b6432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g3b51c4b6432_0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b51c4b6432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g3b51c4b6432_0_1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b51c4b6432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g3b51c4b6432_0_1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b51c4b643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g3b51c4b6432_0_1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b51c4b6432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g3b51c4b6432_0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b51c4b6432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g3b51c4b6432_0_1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b51c4b6432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g3b51c4b6432_0_1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bc02fe97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g3bc02fe97d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bc02fe97d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g3bc02fe97d8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bc02fe97d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g3bc02fe97d8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bc02fe97d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g3bc02fe97d8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c2c35015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g3c2c350152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c02fe97d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g3bc02fe97d8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bc02fe97d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g3bc02fe97d8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bd8071ad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g3bd8071adb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bd8071adb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g3bd8071adb4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bd8071adb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g3bd8071adb4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bd8071adb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g3bd8071adb4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bd8071adb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g3bd8071adb4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bd8071adb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g3bd8071adb4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bdaa11cb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g3bdaa11cb7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bdaa11cb7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g3bdaa11cb73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bdaa11cb7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g3bdaa11cb73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bdaa11cb7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g3bdaa11cb73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bdaa11cb7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g3bdaa11cb73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bd8071adb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g3bd8071adb4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bd8071adb4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g3bd8071adb4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bd8071adb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g3bd8071adb4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bd8071adb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g3bd8071adb4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bd8071adb4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g3bd8071adb4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c72d59a1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g3c72d59a13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c72d59a13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g3c72d59a13d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c72d59a13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g3c72d59a13d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c72d59a13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g3c72d59a13d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c72d59a13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g3c72d59a13d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c72d59a13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g3c72d59a13d_0_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c72d59a13d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g3c72d59a13d_0_48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c72d59a13d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g3c72d59a13d_0_4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c72d59a13d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g3c72d59a13d_0_49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c72d59a13d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g3c72d59a13d_0_50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c72d59a13d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g3c72d59a13d_0_50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c72d59a13d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g3c72d59a13d_0_5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c72d59a13d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g3c72d59a13d_0_5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c72d59a13d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g3c72d59a13d_0_5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c72d59a13d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g3c72d59a13d_0_5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c72d59a13d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g3c72d59a13d_0_5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c72d59a13d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g3c72d59a13d_0_5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6" name="Shape 86"/>
        <p:cNvGrpSpPr/>
        <p:nvPr/>
      </p:nvGrpSpPr>
      <p:grpSpPr>
        <a:xfrm>
          <a:off x="0" y="0"/>
          <a:ext cx="0" cy="0"/>
          <a:chOff x="0" y="0"/>
          <a:chExt cx="0" cy="0"/>
        </a:xfrm>
      </p:grpSpPr>
      <p:sp>
        <p:nvSpPr>
          <p:cNvPr id="87" name="Google Shape;87;g3c72d59a13d_0_550"/>
          <p:cNvSpPr txBox="1"/>
          <p:nvPr>
            <p:ph type="ctrTitle"/>
          </p:nvPr>
        </p:nvSpPr>
        <p:spPr>
          <a:xfrm>
            <a:off x="1371600" y="3195638"/>
            <a:ext cx="15544800" cy="2205000"/>
          </a:xfrm>
          <a:prstGeom prst="rect">
            <a:avLst/>
          </a:prstGeom>
          <a:noFill/>
          <a:ln>
            <a:noFill/>
          </a:ln>
        </p:spPr>
        <p:txBody>
          <a:bodyPr anchorCtr="0" anchor="ctr" bIns="83775" lIns="167625" spcFirstLastPara="1" rIns="167625" wrap="square" tIns="83775">
            <a:normAutofit/>
          </a:bodyPr>
          <a:lstStyle>
            <a:lvl1pPr lvl="0" algn="ctr">
              <a:spcBef>
                <a:spcPts val="0"/>
              </a:spcBef>
              <a:spcAft>
                <a:spcPts val="0"/>
              </a:spcAft>
              <a:buClr>
                <a:schemeClr val="dk1"/>
              </a:buClr>
              <a:buSzPts val="33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88" name="Google Shape;88;g3c72d59a13d_0_550"/>
          <p:cNvSpPr txBox="1"/>
          <p:nvPr>
            <p:ph idx="1" type="subTitle"/>
          </p:nvPr>
        </p:nvSpPr>
        <p:spPr>
          <a:xfrm>
            <a:off x="2743200" y="5829300"/>
            <a:ext cx="12801600" cy="2628900"/>
          </a:xfrm>
          <a:prstGeom prst="rect">
            <a:avLst/>
          </a:prstGeom>
          <a:noFill/>
          <a:ln>
            <a:noFill/>
          </a:ln>
        </p:spPr>
        <p:txBody>
          <a:bodyPr anchorCtr="0" anchor="t" bIns="83775" lIns="167625" spcFirstLastPara="1" rIns="167625" wrap="square" tIns="83775">
            <a:normAutofit/>
          </a:bodyPr>
          <a:lstStyle>
            <a:lvl1pPr lvl="0" algn="ctr">
              <a:spcBef>
                <a:spcPts val="1200"/>
              </a:spcBef>
              <a:spcAft>
                <a:spcPts val="0"/>
              </a:spcAft>
              <a:buClr>
                <a:srgbClr val="888888"/>
              </a:buClr>
              <a:buSzPts val="5900"/>
              <a:buNone/>
              <a:defRPr>
                <a:solidFill>
                  <a:srgbClr val="888888"/>
                </a:solidFill>
              </a:defRPr>
            </a:lvl1pPr>
            <a:lvl2pPr lvl="1" algn="ctr">
              <a:spcBef>
                <a:spcPts val="1000"/>
              </a:spcBef>
              <a:spcAft>
                <a:spcPts val="0"/>
              </a:spcAft>
              <a:buClr>
                <a:srgbClr val="888888"/>
              </a:buClr>
              <a:buSzPts val="5100"/>
              <a:buNone/>
              <a:defRPr>
                <a:solidFill>
                  <a:srgbClr val="888888"/>
                </a:solidFill>
              </a:defRPr>
            </a:lvl2pPr>
            <a:lvl3pPr lvl="2" algn="ctr">
              <a:spcBef>
                <a:spcPts val="900"/>
              </a:spcBef>
              <a:spcAft>
                <a:spcPts val="0"/>
              </a:spcAft>
              <a:buClr>
                <a:srgbClr val="888888"/>
              </a:buClr>
              <a:buSzPts val="4400"/>
              <a:buNone/>
              <a:defRPr>
                <a:solidFill>
                  <a:srgbClr val="888888"/>
                </a:solidFill>
              </a:defRPr>
            </a:lvl3pPr>
            <a:lvl4pPr lvl="3" algn="ctr">
              <a:spcBef>
                <a:spcPts val="700"/>
              </a:spcBef>
              <a:spcAft>
                <a:spcPts val="0"/>
              </a:spcAft>
              <a:buClr>
                <a:srgbClr val="888888"/>
              </a:buClr>
              <a:buSzPts val="3700"/>
              <a:buNone/>
              <a:defRPr>
                <a:solidFill>
                  <a:srgbClr val="888888"/>
                </a:solidFill>
              </a:defRPr>
            </a:lvl4pPr>
            <a:lvl5pPr lvl="4" algn="ctr">
              <a:spcBef>
                <a:spcPts val="700"/>
              </a:spcBef>
              <a:spcAft>
                <a:spcPts val="0"/>
              </a:spcAft>
              <a:buClr>
                <a:srgbClr val="888888"/>
              </a:buClr>
              <a:buSzPts val="3700"/>
              <a:buNone/>
              <a:defRPr>
                <a:solidFill>
                  <a:srgbClr val="888888"/>
                </a:solidFill>
              </a:defRPr>
            </a:lvl5pPr>
            <a:lvl6pPr lvl="5" algn="ctr">
              <a:spcBef>
                <a:spcPts val="700"/>
              </a:spcBef>
              <a:spcAft>
                <a:spcPts val="0"/>
              </a:spcAft>
              <a:buClr>
                <a:srgbClr val="888888"/>
              </a:buClr>
              <a:buSzPts val="3700"/>
              <a:buNone/>
              <a:defRPr>
                <a:solidFill>
                  <a:srgbClr val="888888"/>
                </a:solidFill>
              </a:defRPr>
            </a:lvl6pPr>
            <a:lvl7pPr lvl="6" algn="ctr">
              <a:spcBef>
                <a:spcPts val="700"/>
              </a:spcBef>
              <a:spcAft>
                <a:spcPts val="0"/>
              </a:spcAft>
              <a:buClr>
                <a:srgbClr val="888888"/>
              </a:buClr>
              <a:buSzPts val="3700"/>
              <a:buNone/>
              <a:defRPr>
                <a:solidFill>
                  <a:srgbClr val="888888"/>
                </a:solidFill>
              </a:defRPr>
            </a:lvl7pPr>
            <a:lvl8pPr lvl="7" algn="ctr">
              <a:spcBef>
                <a:spcPts val="700"/>
              </a:spcBef>
              <a:spcAft>
                <a:spcPts val="0"/>
              </a:spcAft>
              <a:buClr>
                <a:srgbClr val="888888"/>
              </a:buClr>
              <a:buSzPts val="3700"/>
              <a:buNone/>
              <a:defRPr>
                <a:solidFill>
                  <a:srgbClr val="888888"/>
                </a:solidFill>
              </a:defRPr>
            </a:lvl8pPr>
            <a:lvl9pPr lvl="8" algn="ctr">
              <a:spcBef>
                <a:spcPts val="700"/>
              </a:spcBef>
              <a:spcAft>
                <a:spcPts val="0"/>
              </a:spcAft>
              <a:buClr>
                <a:srgbClr val="888888"/>
              </a:buClr>
              <a:buSzPts val="3700"/>
              <a:buNone/>
              <a:defRPr>
                <a:solidFill>
                  <a:srgbClr val="888888"/>
                </a:solidFill>
              </a:defRPr>
            </a:lvl9pPr>
          </a:lstStyle>
          <a:p/>
        </p:txBody>
      </p:sp>
      <p:sp>
        <p:nvSpPr>
          <p:cNvPr id="89" name="Google Shape;89;g3c72d59a13d_0_550"/>
          <p:cNvSpPr txBox="1"/>
          <p:nvPr>
            <p:ph idx="10" type="dt"/>
          </p:nvPr>
        </p:nvSpPr>
        <p:spPr>
          <a:xfrm>
            <a:off x="914400" y="9534525"/>
            <a:ext cx="4267200" cy="547800"/>
          </a:xfrm>
          <a:prstGeom prst="rect">
            <a:avLst/>
          </a:prstGeom>
          <a:noFill/>
          <a:ln>
            <a:noFill/>
          </a:ln>
        </p:spPr>
        <p:txBody>
          <a:bodyPr anchorCtr="0" anchor="ctr" bIns="83775" lIns="167625" spcFirstLastPara="1" rIns="167625" wrap="square" tIns="83775">
            <a:noAutofit/>
          </a:bodyPr>
          <a:lstStyle>
            <a:lvl1pPr lvl="0" algn="l">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90" name="Google Shape;90;g3c72d59a13d_0_550"/>
          <p:cNvSpPr txBox="1"/>
          <p:nvPr>
            <p:ph idx="11" type="ftr"/>
          </p:nvPr>
        </p:nvSpPr>
        <p:spPr>
          <a:xfrm>
            <a:off x="6248400" y="9534525"/>
            <a:ext cx="5791200" cy="547800"/>
          </a:xfrm>
          <a:prstGeom prst="rect">
            <a:avLst/>
          </a:prstGeom>
          <a:noFill/>
          <a:ln>
            <a:noFill/>
          </a:ln>
        </p:spPr>
        <p:txBody>
          <a:bodyPr anchorCtr="0" anchor="ctr" bIns="83775" lIns="167625" spcFirstLastPara="1" rIns="167625" wrap="square" tIns="83775">
            <a:noAutofit/>
          </a:bodyPr>
          <a:lstStyle>
            <a:lvl1pPr lvl="0" algn="ctr">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91" name="Google Shape;91;g3c72d59a13d_0_550"/>
          <p:cNvSpPr txBox="1"/>
          <p:nvPr>
            <p:ph idx="12" type="sldNum"/>
          </p:nvPr>
        </p:nvSpPr>
        <p:spPr>
          <a:xfrm>
            <a:off x="13106400" y="9534525"/>
            <a:ext cx="4267200" cy="547800"/>
          </a:xfrm>
          <a:prstGeom prst="rect">
            <a:avLst/>
          </a:prstGeom>
          <a:noFill/>
          <a:ln>
            <a:noFill/>
          </a:ln>
        </p:spPr>
        <p:txBody>
          <a:bodyPr anchorCtr="0" anchor="ctr" bIns="83775" lIns="167625" spcFirstLastPara="1" rIns="167625" wrap="square" tIns="837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2" name="Shape 92"/>
        <p:cNvGrpSpPr/>
        <p:nvPr/>
      </p:nvGrpSpPr>
      <p:grpSpPr>
        <a:xfrm>
          <a:off x="0" y="0"/>
          <a:ext cx="0" cy="0"/>
          <a:chOff x="0" y="0"/>
          <a:chExt cx="0" cy="0"/>
        </a:xfrm>
      </p:grpSpPr>
      <p:sp>
        <p:nvSpPr>
          <p:cNvPr id="93" name="Google Shape;93;g3c72d59a13d_0_556"/>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lvl1pPr lvl="0" algn="ctr">
              <a:spcBef>
                <a:spcPts val="0"/>
              </a:spcBef>
              <a:spcAft>
                <a:spcPts val="0"/>
              </a:spcAft>
              <a:buClr>
                <a:schemeClr val="dk1"/>
              </a:buClr>
              <a:buSzPts val="33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94" name="Google Shape;94;g3c72d59a13d_0_556"/>
          <p:cNvSpPr txBox="1"/>
          <p:nvPr>
            <p:ph idx="1" type="body"/>
          </p:nvPr>
        </p:nvSpPr>
        <p:spPr>
          <a:xfrm>
            <a:off x="914400" y="2400300"/>
            <a:ext cx="16459200" cy="6789000"/>
          </a:xfrm>
          <a:prstGeom prst="rect">
            <a:avLst/>
          </a:prstGeom>
          <a:noFill/>
          <a:ln>
            <a:noFill/>
          </a:ln>
        </p:spPr>
        <p:txBody>
          <a:bodyPr anchorCtr="0" anchor="t" bIns="83775" lIns="167625" spcFirstLastPara="1" rIns="167625" wrap="square" tIns="83775">
            <a:normAutofit/>
          </a:bodyPr>
          <a:lstStyle>
            <a:lvl1pPr indent="-438150" lvl="0" marL="457200" algn="l">
              <a:spcBef>
                <a:spcPts val="700"/>
              </a:spcBef>
              <a:spcAft>
                <a:spcPts val="0"/>
              </a:spcAft>
              <a:buClr>
                <a:schemeClr val="dk1"/>
              </a:buClr>
              <a:buSzPts val="3300"/>
              <a:buChar char="•"/>
              <a:defRPr/>
            </a:lvl1pPr>
            <a:lvl2pPr indent="-438150" lvl="1" marL="914400" algn="l">
              <a:spcBef>
                <a:spcPts val="700"/>
              </a:spcBef>
              <a:spcAft>
                <a:spcPts val="0"/>
              </a:spcAft>
              <a:buClr>
                <a:schemeClr val="dk1"/>
              </a:buClr>
              <a:buSzPts val="3300"/>
              <a:buChar char="–"/>
              <a:defRPr/>
            </a:lvl2pPr>
            <a:lvl3pPr indent="-438150" lvl="2" marL="1371600" algn="l">
              <a:spcBef>
                <a:spcPts val="700"/>
              </a:spcBef>
              <a:spcAft>
                <a:spcPts val="0"/>
              </a:spcAft>
              <a:buClr>
                <a:schemeClr val="dk1"/>
              </a:buClr>
              <a:buSzPts val="3300"/>
              <a:buChar char="•"/>
              <a:defRPr/>
            </a:lvl3pPr>
            <a:lvl4pPr indent="-438150" lvl="3" marL="1828800" algn="l">
              <a:spcBef>
                <a:spcPts val="700"/>
              </a:spcBef>
              <a:spcAft>
                <a:spcPts val="0"/>
              </a:spcAft>
              <a:buClr>
                <a:schemeClr val="dk1"/>
              </a:buClr>
              <a:buSzPts val="3300"/>
              <a:buChar char="–"/>
              <a:defRPr/>
            </a:lvl4pPr>
            <a:lvl5pPr indent="-438150" lvl="4" marL="2286000" algn="l">
              <a:spcBef>
                <a:spcPts val="700"/>
              </a:spcBef>
              <a:spcAft>
                <a:spcPts val="0"/>
              </a:spcAft>
              <a:buClr>
                <a:schemeClr val="dk1"/>
              </a:buClr>
              <a:buSzPts val="3300"/>
              <a:buChar char="»"/>
              <a:defRPr/>
            </a:lvl5pPr>
            <a:lvl6pPr indent="-438150" lvl="5" marL="2743200" algn="l">
              <a:spcBef>
                <a:spcPts val="700"/>
              </a:spcBef>
              <a:spcAft>
                <a:spcPts val="0"/>
              </a:spcAft>
              <a:buClr>
                <a:schemeClr val="dk1"/>
              </a:buClr>
              <a:buSzPts val="3300"/>
              <a:buChar char="•"/>
              <a:defRPr/>
            </a:lvl6pPr>
            <a:lvl7pPr indent="-438150" lvl="6" marL="3200400" algn="l">
              <a:spcBef>
                <a:spcPts val="700"/>
              </a:spcBef>
              <a:spcAft>
                <a:spcPts val="0"/>
              </a:spcAft>
              <a:buClr>
                <a:schemeClr val="dk1"/>
              </a:buClr>
              <a:buSzPts val="3300"/>
              <a:buChar char="•"/>
              <a:defRPr/>
            </a:lvl7pPr>
            <a:lvl8pPr indent="-438150" lvl="7" marL="3657600" algn="l">
              <a:spcBef>
                <a:spcPts val="700"/>
              </a:spcBef>
              <a:spcAft>
                <a:spcPts val="0"/>
              </a:spcAft>
              <a:buClr>
                <a:schemeClr val="dk1"/>
              </a:buClr>
              <a:buSzPts val="3300"/>
              <a:buChar char="•"/>
              <a:defRPr/>
            </a:lvl8pPr>
            <a:lvl9pPr indent="-438150" lvl="8" marL="4114800" algn="l">
              <a:spcBef>
                <a:spcPts val="700"/>
              </a:spcBef>
              <a:spcAft>
                <a:spcPts val="0"/>
              </a:spcAft>
              <a:buClr>
                <a:schemeClr val="dk1"/>
              </a:buClr>
              <a:buSzPts val="3300"/>
              <a:buChar char="•"/>
              <a:defRPr/>
            </a:lvl9pPr>
          </a:lstStyle>
          <a:p/>
        </p:txBody>
      </p:sp>
      <p:sp>
        <p:nvSpPr>
          <p:cNvPr id="95" name="Google Shape;95;g3c72d59a13d_0_556"/>
          <p:cNvSpPr txBox="1"/>
          <p:nvPr>
            <p:ph idx="10" type="dt"/>
          </p:nvPr>
        </p:nvSpPr>
        <p:spPr>
          <a:xfrm>
            <a:off x="914400" y="9534525"/>
            <a:ext cx="4267200" cy="547800"/>
          </a:xfrm>
          <a:prstGeom prst="rect">
            <a:avLst/>
          </a:prstGeom>
          <a:noFill/>
          <a:ln>
            <a:noFill/>
          </a:ln>
        </p:spPr>
        <p:txBody>
          <a:bodyPr anchorCtr="0" anchor="ctr" bIns="83775" lIns="167625" spcFirstLastPara="1" rIns="167625" wrap="square" tIns="83775">
            <a:noAutofit/>
          </a:bodyPr>
          <a:lstStyle>
            <a:lvl1pPr lvl="0" algn="l">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96" name="Google Shape;96;g3c72d59a13d_0_556"/>
          <p:cNvSpPr txBox="1"/>
          <p:nvPr>
            <p:ph idx="11" type="ftr"/>
          </p:nvPr>
        </p:nvSpPr>
        <p:spPr>
          <a:xfrm>
            <a:off x="6248400" y="9534525"/>
            <a:ext cx="5791200" cy="547800"/>
          </a:xfrm>
          <a:prstGeom prst="rect">
            <a:avLst/>
          </a:prstGeom>
          <a:noFill/>
          <a:ln>
            <a:noFill/>
          </a:ln>
        </p:spPr>
        <p:txBody>
          <a:bodyPr anchorCtr="0" anchor="ctr" bIns="83775" lIns="167625" spcFirstLastPara="1" rIns="167625" wrap="square" tIns="83775">
            <a:noAutofit/>
          </a:bodyPr>
          <a:lstStyle>
            <a:lvl1pPr lvl="0" algn="ctr">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97" name="Google Shape;97;g3c72d59a13d_0_556"/>
          <p:cNvSpPr txBox="1"/>
          <p:nvPr>
            <p:ph idx="12" type="sldNum"/>
          </p:nvPr>
        </p:nvSpPr>
        <p:spPr>
          <a:xfrm>
            <a:off x="13106400" y="9534525"/>
            <a:ext cx="4267200" cy="547800"/>
          </a:xfrm>
          <a:prstGeom prst="rect">
            <a:avLst/>
          </a:prstGeom>
          <a:noFill/>
          <a:ln>
            <a:noFill/>
          </a:ln>
        </p:spPr>
        <p:txBody>
          <a:bodyPr anchorCtr="0" anchor="ctr" bIns="83775" lIns="167625" spcFirstLastPara="1" rIns="167625" wrap="square" tIns="837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g3c72d59a13d_0_562"/>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lvl1pPr lvl="0" algn="ctr">
              <a:spcBef>
                <a:spcPts val="0"/>
              </a:spcBef>
              <a:spcAft>
                <a:spcPts val="0"/>
              </a:spcAft>
              <a:buClr>
                <a:schemeClr val="dk1"/>
              </a:buClr>
              <a:buSzPts val="33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100" name="Google Shape;100;g3c72d59a13d_0_562"/>
          <p:cNvSpPr txBox="1"/>
          <p:nvPr>
            <p:ph idx="10" type="dt"/>
          </p:nvPr>
        </p:nvSpPr>
        <p:spPr>
          <a:xfrm>
            <a:off x="914400" y="9534525"/>
            <a:ext cx="4267200" cy="547800"/>
          </a:xfrm>
          <a:prstGeom prst="rect">
            <a:avLst/>
          </a:prstGeom>
          <a:noFill/>
          <a:ln>
            <a:noFill/>
          </a:ln>
        </p:spPr>
        <p:txBody>
          <a:bodyPr anchorCtr="0" anchor="ctr" bIns="83775" lIns="167625" spcFirstLastPara="1" rIns="167625" wrap="square" tIns="83775">
            <a:noAutofit/>
          </a:bodyPr>
          <a:lstStyle>
            <a:lvl1pPr lvl="0" algn="l">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01" name="Google Shape;101;g3c72d59a13d_0_562"/>
          <p:cNvSpPr txBox="1"/>
          <p:nvPr>
            <p:ph idx="11" type="ftr"/>
          </p:nvPr>
        </p:nvSpPr>
        <p:spPr>
          <a:xfrm>
            <a:off x="6248400" y="9534525"/>
            <a:ext cx="5791200" cy="547800"/>
          </a:xfrm>
          <a:prstGeom prst="rect">
            <a:avLst/>
          </a:prstGeom>
          <a:noFill/>
          <a:ln>
            <a:noFill/>
          </a:ln>
        </p:spPr>
        <p:txBody>
          <a:bodyPr anchorCtr="0" anchor="ctr" bIns="83775" lIns="167625" spcFirstLastPara="1" rIns="167625" wrap="square" tIns="83775">
            <a:noAutofit/>
          </a:bodyPr>
          <a:lstStyle>
            <a:lvl1pPr lvl="0" algn="ctr">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02" name="Google Shape;102;g3c72d59a13d_0_562"/>
          <p:cNvSpPr txBox="1"/>
          <p:nvPr>
            <p:ph idx="12" type="sldNum"/>
          </p:nvPr>
        </p:nvSpPr>
        <p:spPr>
          <a:xfrm>
            <a:off x="13106400" y="9534525"/>
            <a:ext cx="4267200" cy="547800"/>
          </a:xfrm>
          <a:prstGeom prst="rect">
            <a:avLst/>
          </a:prstGeom>
          <a:noFill/>
          <a:ln>
            <a:noFill/>
          </a:ln>
        </p:spPr>
        <p:txBody>
          <a:bodyPr anchorCtr="0" anchor="ctr" bIns="83775" lIns="167625" spcFirstLastPara="1" rIns="167625" wrap="square" tIns="837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3" name="Shape 103"/>
        <p:cNvGrpSpPr/>
        <p:nvPr/>
      </p:nvGrpSpPr>
      <p:grpSpPr>
        <a:xfrm>
          <a:off x="0" y="0"/>
          <a:ext cx="0" cy="0"/>
          <a:chOff x="0" y="0"/>
          <a:chExt cx="0" cy="0"/>
        </a:xfrm>
      </p:grpSpPr>
      <p:sp>
        <p:nvSpPr>
          <p:cNvPr id="104" name="Google Shape;104;g3c72d59a13d_0_567"/>
          <p:cNvSpPr txBox="1"/>
          <p:nvPr>
            <p:ph type="title"/>
          </p:nvPr>
        </p:nvSpPr>
        <p:spPr>
          <a:xfrm>
            <a:off x="1444626" y="6610350"/>
            <a:ext cx="15544800" cy="2043000"/>
          </a:xfrm>
          <a:prstGeom prst="rect">
            <a:avLst/>
          </a:prstGeom>
          <a:noFill/>
          <a:ln>
            <a:noFill/>
          </a:ln>
        </p:spPr>
        <p:txBody>
          <a:bodyPr anchorCtr="0" anchor="t" bIns="83775" lIns="167625" spcFirstLastPara="1" rIns="167625" wrap="square" tIns="83775">
            <a:normAutofit/>
          </a:bodyPr>
          <a:lstStyle>
            <a:lvl1pPr lvl="0" algn="l">
              <a:spcBef>
                <a:spcPts val="0"/>
              </a:spcBef>
              <a:spcAft>
                <a:spcPts val="0"/>
              </a:spcAft>
              <a:buClr>
                <a:schemeClr val="dk1"/>
              </a:buClr>
              <a:buSzPts val="7300"/>
              <a:buFont typeface="Calibri"/>
              <a:buNone/>
              <a:defRPr b="1" sz="7300" cap="none"/>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105" name="Google Shape;105;g3c72d59a13d_0_567"/>
          <p:cNvSpPr txBox="1"/>
          <p:nvPr>
            <p:ph idx="1" type="body"/>
          </p:nvPr>
        </p:nvSpPr>
        <p:spPr>
          <a:xfrm>
            <a:off x="1444626" y="4360069"/>
            <a:ext cx="15544800" cy="2250600"/>
          </a:xfrm>
          <a:prstGeom prst="rect">
            <a:avLst/>
          </a:prstGeom>
          <a:noFill/>
          <a:ln>
            <a:noFill/>
          </a:ln>
        </p:spPr>
        <p:txBody>
          <a:bodyPr anchorCtr="0" anchor="b" bIns="83775" lIns="167625" spcFirstLastPara="1" rIns="167625" wrap="square" tIns="83775">
            <a:normAutofit/>
          </a:bodyPr>
          <a:lstStyle>
            <a:lvl1pPr indent="-228600" lvl="0" marL="457200" algn="l">
              <a:spcBef>
                <a:spcPts val="700"/>
              </a:spcBef>
              <a:spcAft>
                <a:spcPts val="0"/>
              </a:spcAft>
              <a:buClr>
                <a:srgbClr val="888888"/>
              </a:buClr>
              <a:buSzPts val="3700"/>
              <a:buNone/>
              <a:defRPr sz="3700">
                <a:solidFill>
                  <a:srgbClr val="888888"/>
                </a:solidFill>
              </a:defRPr>
            </a:lvl1pPr>
            <a:lvl2pPr indent="-228600" lvl="1" marL="914400" algn="l">
              <a:spcBef>
                <a:spcPts val="700"/>
              </a:spcBef>
              <a:spcAft>
                <a:spcPts val="0"/>
              </a:spcAft>
              <a:buClr>
                <a:srgbClr val="888888"/>
              </a:buClr>
              <a:buSzPts val="3300"/>
              <a:buNone/>
              <a:defRPr sz="3300">
                <a:solidFill>
                  <a:srgbClr val="888888"/>
                </a:solidFill>
              </a:defRPr>
            </a:lvl2pPr>
            <a:lvl3pPr indent="-228600" lvl="2" marL="1371600" algn="l">
              <a:spcBef>
                <a:spcPts val="600"/>
              </a:spcBef>
              <a:spcAft>
                <a:spcPts val="0"/>
              </a:spcAft>
              <a:buClr>
                <a:srgbClr val="888888"/>
              </a:buClr>
              <a:buSzPts val="2900"/>
              <a:buNone/>
              <a:defRPr sz="2900">
                <a:solidFill>
                  <a:srgbClr val="888888"/>
                </a:solidFill>
              </a:defRPr>
            </a:lvl3pPr>
            <a:lvl4pPr indent="-228600" lvl="3" marL="1828800" algn="l">
              <a:spcBef>
                <a:spcPts val="500"/>
              </a:spcBef>
              <a:spcAft>
                <a:spcPts val="0"/>
              </a:spcAft>
              <a:buClr>
                <a:srgbClr val="888888"/>
              </a:buClr>
              <a:buSzPts val="2600"/>
              <a:buNone/>
              <a:defRPr sz="2600">
                <a:solidFill>
                  <a:srgbClr val="888888"/>
                </a:solidFill>
              </a:defRPr>
            </a:lvl4pPr>
            <a:lvl5pPr indent="-228600" lvl="4" marL="2286000" algn="l">
              <a:spcBef>
                <a:spcPts val="500"/>
              </a:spcBef>
              <a:spcAft>
                <a:spcPts val="0"/>
              </a:spcAft>
              <a:buClr>
                <a:srgbClr val="888888"/>
              </a:buClr>
              <a:buSzPts val="2600"/>
              <a:buNone/>
              <a:defRPr sz="2600">
                <a:solidFill>
                  <a:srgbClr val="888888"/>
                </a:solidFill>
              </a:defRPr>
            </a:lvl5pPr>
            <a:lvl6pPr indent="-228600" lvl="5" marL="2743200" algn="l">
              <a:spcBef>
                <a:spcPts val="500"/>
              </a:spcBef>
              <a:spcAft>
                <a:spcPts val="0"/>
              </a:spcAft>
              <a:buClr>
                <a:srgbClr val="888888"/>
              </a:buClr>
              <a:buSzPts val="2600"/>
              <a:buNone/>
              <a:defRPr sz="2600">
                <a:solidFill>
                  <a:srgbClr val="888888"/>
                </a:solidFill>
              </a:defRPr>
            </a:lvl6pPr>
            <a:lvl7pPr indent="-228600" lvl="6" marL="3200400" algn="l">
              <a:spcBef>
                <a:spcPts val="500"/>
              </a:spcBef>
              <a:spcAft>
                <a:spcPts val="0"/>
              </a:spcAft>
              <a:buClr>
                <a:srgbClr val="888888"/>
              </a:buClr>
              <a:buSzPts val="2600"/>
              <a:buNone/>
              <a:defRPr sz="2600">
                <a:solidFill>
                  <a:srgbClr val="888888"/>
                </a:solidFill>
              </a:defRPr>
            </a:lvl7pPr>
            <a:lvl8pPr indent="-228600" lvl="7" marL="3657600" algn="l">
              <a:spcBef>
                <a:spcPts val="500"/>
              </a:spcBef>
              <a:spcAft>
                <a:spcPts val="0"/>
              </a:spcAft>
              <a:buClr>
                <a:srgbClr val="888888"/>
              </a:buClr>
              <a:buSzPts val="2600"/>
              <a:buNone/>
              <a:defRPr sz="2600">
                <a:solidFill>
                  <a:srgbClr val="888888"/>
                </a:solidFill>
              </a:defRPr>
            </a:lvl8pPr>
            <a:lvl9pPr indent="-228600" lvl="8" marL="4114800" algn="l">
              <a:spcBef>
                <a:spcPts val="500"/>
              </a:spcBef>
              <a:spcAft>
                <a:spcPts val="0"/>
              </a:spcAft>
              <a:buClr>
                <a:srgbClr val="888888"/>
              </a:buClr>
              <a:buSzPts val="2600"/>
              <a:buNone/>
              <a:defRPr sz="2600">
                <a:solidFill>
                  <a:srgbClr val="888888"/>
                </a:solidFill>
              </a:defRPr>
            </a:lvl9pPr>
          </a:lstStyle>
          <a:p/>
        </p:txBody>
      </p:sp>
      <p:sp>
        <p:nvSpPr>
          <p:cNvPr id="106" name="Google Shape;106;g3c72d59a13d_0_567"/>
          <p:cNvSpPr txBox="1"/>
          <p:nvPr>
            <p:ph idx="10" type="dt"/>
          </p:nvPr>
        </p:nvSpPr>
        <p:spPr>
          <a:xfrm>
            <a:off x="914400" y="9534525"/>
            <a:ext cx="4267200" cy="547800"/>
          </a:xfrm>
          <a:prstGeom prst="rect">
            <a:avLst/>
          </a:prstGeom>
          <a:noFill/>
          <a:ln>
            <a:noFill/>
          </a:ln>
        </p:spPr>
        <p:txBody>
          <a:bodyPr anchorCtr="0" anchor="ctr" bIns="83775" lIns="167625" spcFirstLastPara="1" rIns="167625" wrap="square" tIns="83775">
            <a:noAutofit/>
          </a:bodyPr>
          <a:lstStyle>
            <a:lvl1pPr lvl="0" algn="l">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07" name="Google Shape;107;g3c72d59a13d_0_567"/>
          <p:cNvSpPr txBox="1"/>
          <p:nvPr>
            <p:ph idx="11" type="ftr"/>
          </p:nvPr>
        </p:nvSpPr>
        <p:spPr>
          <a:xfrm>
            <a:off x="6248400" y="9534525"/>
            <a:ext cx="5791200" cy="547800"/>
          </a:xfrm>
          <a:prstGeom prst="rect">
            <a:avLst/>
          </a:prstGeom>
          <a:noFill/>
          <a:ln>
            <a:noFill/>
          </a:ln>
        </p:spPr>
        <p:txBody>
          <a:bodyPr anchorCtr="0" anchor="ctr" bIns="83775" lIns="167625" spcFirstLastPara="1" rIns="167625" wrap="square" tIns="83775">
            <a:noAutofit/>
          </a:bodyPr>
          <a:lstStyle>
            <a:lvl1pPr lvl="0" algn="ctr">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08" name="Google Shape;108;g3c72d59a13d_0_567"/>
          <p:cNvSpPr txBox="1"/>
          <p:nvPr>
            <p:ph idx="12" type="sldNum"/>
          </p:nvPr>
        </p:nvSpPr>
        <p:spPr>
          <a:xfrm>
            <a:off x="13106400" y="9534525"/>
            <a:ext cx="4267200" cy="547800"/>
          </a:xfrm>
          <a:prstGeom prst="rect">
            <a:avLst/>
          </a:prstGeom>
          <a:noFill/>
          <a:ln>
            <a:noFill/>
          </a:ln>
        </p:spPr>
        <p:txBody>
          <a:bodyPr anchorCtr="0" anchor="ctr" bIns="83775" lIns="167625" spcFirstLastPara="1" rIns="167625" wrap="square" tIns="837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9" name="Shape 109"/>
        <p:cNvGrpSpPr/>
        <p:nvPr/>
      </p:nvGrpSpPr>
      <p:grpSpPr>
        <a:xfrm>
          <a:off x="0" y="0"/>
          <a:ext cx="0" cy="0"/>
          <a:chOff x="0" y="0"/>
          <a:chExt cx="0" cy="0"/>
        </a:xfrm>
      </p:grpSpPr>
      <p:sp>
        <p:nvSpPr>
          <p:cNvPr id="110" name="Google Shape;110;g3c72d59a13d_0_573"/>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lvl1pPr lvl="0" algn="ctr">
              <a:spcBef>
                <a:spcPts val="0"/>
              </a:spcBef>
              <a:spcAft>
                <a:spcPts val="0"/>
              </a:spcAft>
              <a:buClr>
                <a:schemeClr val="dk1"/>
              </a:buClr>
              <a:buSzPts val="33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111" name="Google Shape;111;g3c72d59a13d_0_573"/>
          <p:cNvSpPr txBox="1"/>
          <p:nvPr>
            <p:ph idx="1" type="body"/>
          </p:nvPr>
        </p:nvSpPr>
        <p:spPr>
          <a:xfrm>
            <a:off x="914400" y="2400300"/>
            <a:ext cx="8077200" cy="6789000"/>
          </a:xfrm>
          <a:prstGeom prst="rect">
            <a:avLst/>
          </a:prstGeom>
          <a:noFill/>
          <a:ln>
            <a:noFill/>
          </a:ln>
        </p:spPr>
        <p:txBody>
          <a:bodyPr anchorCtr="0" anchor="t" bIns="83775" lIns="167625" spcFirstLastPara="1" rIns="167625" wrap="square" tIns="83775">
            <a:normAutofit/>
          </a:bodyPr>
          <a:lstStyle>
            <a:lvl1pPr indent="-552450" lvl="0" marL="457200" algn="l">
              <a:spcBef>
                <a:spcPts val="1000"/>
              </a:spcBef>
              <a:spcAft>
                <a:spcPts val="0"/>
              </a:spcAft>
              <a:buClr>
                <a:schemeClr val="dk1"/>
              </a:buClr>
              <a:buSzPts val="5100"/>
              <a:buChar char="•"/>
              <a:defRPr sz="5100"/>
            </a:lvl1pPr>
            <a:lvl2pPr indent="-508000" lvl="1" marL="914400" algn="l">
              <a:spcBef>
                <a:spcPts val="900"/>
              </a:spcBef>
              <a:spcAft>
                <a:spcPts val="0"/>
              </a:spcAft>
              <a:buClr>
                <a:schemeClr val="dk1"/>
              </a:buClr>
              <a:buSzPts val="4400"/>
              <a:buChar char="–"/>
              <a:defRPr sz="4400"/>
            </a:lvl2pPr>
            <a:lvl3pPr indent="-463550" lvl="2" marL="1371600" algn="l">
              <a:spcBef>
                <a:spcPts val="700"/>
              </a:spcBef>
              <a:spcAft>
                <a:spcPts val="0"/>
              </a:spcAft>
              <a:buClr>
                <a:schemeClr val="dk1"/>
              </a:buClr>
              <a:buSzPts val="3700"/>
              <a:buChar char="•"/>
              <a:defRPr sz="3700"/>
            </a:lvl3pPr>
            <a:lvl4pPr indent="-438150" lvl="3" marL="1828800" algn="l">
              <a:spcBef>
                <a:spcPts val="700"/>
              </a:spcBef>
              <a:spcAft>
                <a:spcPts val="0"/>
              </a:spcAft>
              <a:buClr>
                <a:schemeClr val="dk1"/>
              </a:buClr>
              <a:buSzPts val="3300"/>
              <a:buChar char="–"/>
              <a:defRPr sz="3300"/>
            </a:lvl4pPr>
            <a:lvl5pPr indent="-438150" lvl="4" marL="2286000" algn="l">
              <a:spcBef>
                <a:spcPts val="700"/>
              </a:spcBef>
              <a:spcAft>
                <a:spcPts val="0"/>
              </a:spcAft>
              <a:buClr>
                <a:schemeClr val="dk1"/>
              </a:buClr>
              <a:buSzPts val="3300"/>
              <a:buChar char="»"/>
              <a:defRPr sz="3300"/>
            </a:lvl5pPr>
            <a:lvl6pPr indent="-438150" lvl="5" marL="2743200" algn="l">
              <a:spcBef>
                <a:spcPts val="700"/>
              </a:spcBef>
              <a:spcAft>
                <a:spcPts val="0"/>
              </a:spcAft>
              <a:buClr>
                <a:schemeClr val="dk1"/>
              </a:buClr>
              <a:buSzPts val="3300"/>
              <a:buChar char="•"/>
              <a:defRPr sz="3300"/>
            </a:lvl6pPr>
            <a:lvl7pPr indent="-438150" lvl="6" marL="3200400" algn="l">
              <a:spcBef>
                <a:spcPts val="700"/>
              </a:spcBef>
              <a:spcAft>
                <a:spcPts val="0"/>
              </a:spcAft>
              <a:buClr>
                <a:schemeClr val="dk1"/>
              </a:buClr>
              <a:buSzPts val="3300"/>
              <a:buChar char="•"/>
              <a:defRPr sz="3300"/>
            </a:lvl7pPr>
            <a:lvl8pPr indent="-438150" lvl="7" marL="3657600" algn="l">
              <a:spcBef>
                <a:spcPts val="700"/>
              </a:spcBef>
              <a:spcAft>
                <a:spcPts val="0"/>
              </a:spcAft>
              <a:buClr>
                <a:schemeClr val="dk1"/>
              </a:buClr>
              <a:buSzPts val="3300"/>
              <a:buChar char="•"/>
              <a:defRPr sz="3300"/>
            </a:lvl8pPr>
            <a:lvl9pPr indent="-438150" lvl="8" marL="4114800" algn="l">
              <a:spcBef>
                <a:spcPts val="700"/>
              </a:spcBef>
              <a:spcAft>
                <a:spcPts val="0"/>
              </a:spcAft>
              <a:buClr>
                <a:schemeClr val="dk1"/>
              </a:buClr>
              <a:buSzPts val="3300"/>
              <a:buChar char="•"/>
              <a:defRPr sz="3300"/>
            </a:lvl9pPr>
          </a:lstStyle>
          <a:p/>
        </p:txBody>
      </p:sp>
      <p:sp>
        <p:nvSpPr>
          <p:cNvPr id="112" name="Google Shape;112;g3c72d59a13d_0_573"/>
          <p:cNvSpPr txBox="1"/>
          <p:nvPr>
            <p:ph idx="2" type="body"/>
          </p:nvPr>
        </p:nvSpPr>
        <p:spPr>
          <a:xfrm>
            <a:off x="9296400" y="2400300"/>
            <a:ext cx="8077200" cy="6789000"/>
          </a:xfrm>
          <a:prstGeom prst="rect">
            <a:avLst/>
          </a:prstGeom>
          <a:noFill/>
          <a:ln>
            <a:noFill/>
          </a:ln>
        </p:spPr>
        <p:txBody>
          <a:bodyPr anchorCtr="0" anchor="t" bIns="83775" lIns="167625" spcFirstLastPara="1" rIns="167625" wrap="square" tIns="83775">
            <a:normAutofit/>
          </a:bodyPr>
          <a:lstStyle>
            <a:lvl1pPr indent="-552450" lvl="0" marL="457200" algn="l">
              <a:spcBef>
                <a:spcPts val="1000"/>
              </a:spcBef>
              <a:spcAft>
                <a:spcPts val="0"/>
              </a:spcAft>
              <a:buClr>
                <a:schemeClr val="dk1"/>
              </a:buClr>
              <a:buSzPts val="5100"/>
              <a:buChar char="•"/>
              <a:defRPr sz="5100"/>
            </a:lvl1pPr>
            <a:lvl2pPr indent="-508000" lvl="1" marL="914400" algn="l">
              <a:spcBef>
                <a:spcPts val="900"/>
              </a:spcBef>
              <a:spcAft>
                <a:spcPts val="0"/>
              </a:spcAft>
              <a:buClr>
                <a:schemeClr val="dk1"/>
              </a:buClr>
              <a:buSzPts val="4400"/>
              <a:buChar char="–"/>
              <a:defRPr sz="4400"/>
            </a:lvl2pPr>
            <a:lvl3pPr indent="-463550" lvl="2" marL="1371600" algn="l">
              <a:spcBef>
                <a:spcPts val="700"/>
              </a:spcBef>
              <a:spcAft>
                <a:spcPts val="0"/>
              </a:spcAft>
              <a:buClr>
                <a:schemeClr val="dk1"/>
              </a:buClr>
              <a:buSzPts val="3700"/>
              <a:buChar char="•"/>
              <a:defRPr sz="3700"/>
            </a:lvl3pPr>
            <a:lvl4pPr indent="-438150" lvl="3" marL="1828800" algn="l">
              <a:spcBef>
                <a:spcPts val="700"/>
              </a:spcBef>
              <a:spcAft>
                <a:spcPts val="0"/>
              </a:spcAft>
              <a:buClr>
                <a:schemeClr val="dk1"/>
              </a:buClr>
              <a:buSzPts val="3300"/>
              <a:buChar char="–"/>
              <a:defRPr sz="3300"/>
            </a:lvl4pPr>
            <a:lvl5pPr indent="-438150" lvl="4" marL="2286000" algn="l">
              <a:spcBef>
                <a:spcPts val="700"/>
              </a:spcBef>
              <a:spcAft>
                <a:spcPts val="0"/>
              </a:spcAft>
              <a:buClr>
                <a:schemeClr val="dk1"/>
              </a:buClr>
              <a:buSzPts val="3300"/>
              <a:buChar char="»"/>
              <a:defRPr sz="3300"/>
            </a:lvl5pPr>
            <a:lvl6pPr indent="-438150" lvl="5" marL="2743200" algn="l">
              <a:spcBef>
                <a:spcPts val="700"/>
              </a:spcBef>
              <a:spcAft>
                <a:spcPts val="0"/>
              </a:spcAft>
              <a:buClr>
                <a:schemeClr val="dk1"/>
              </a:buClr>
              <a:buSzPts val="3300"/>
              <a:buChar char="•"/>
              <a:defRPr sz="3300"/>
            </a:lvl6pPr>
            <a:lvl7pPr indent="-438150" lvl="6" marL="3200400" algn="l">
              <a:spcBef>
                <a:spcPts val="700"/>
              </a:spcBef>
              <a:spcAft>
                <a:spcPts val="0"/>
              </a:spcAft>
              <a:buClr>
                <a:schemeClr val="dk1"/>
              </a:buClr>
              <a:buSzPts val="3300"/>
              <a:buChar char="•"/>
              <a:defRPr sz="3300"/>
            </a:lvl7pPr>
            <a:lvl8pPr indent="-438150" lvl="7" marL="3657600" algn="l">
              <a:spcBef>
                <a:spcPts val="700"/>
              </a:spcBef>
              <a:spcAft>
                <a:spcPts val="0"/>
              </a:spcAft>
              <a:buClr>
                <a:schemeClr val="dk1"/>
              </a:buClr>
              <a:buSzPts val="3300"/>
              <a:buChar char="•"/>
              <a:defRPr sz="3300"/>
            </a:lvl8pPr>
            <a:lvl9pPr indent="-438150" lvl="8" marL="4114800" algn="l">
              <a:spcBef>
                <a:spcPts val="700"/>
              </a:spcBef>
              <a:spcAft>
                <a:spcPts val="0"/>
              </a:spcAft>
              <a:buClr>
                <a:schemeClr val="dk1"/>
              </a:buClr>
              <a:buSzPts val="3300"/>
              <a:buChar char="•"/>
              <a:defRPr sz="3300"/>
            </a:lvl9pPr>
          </a:lstStyle>
          <a:p/>
        </p:txBody>
      </p:sp>
      <p:sp>
        <p:nvSpPr>
          <p:cNvPr id="113" name="Google Shape;113;g3c72d59a13d_0_573"/>
          <p:cNvSpPr txBox="1"/>
          <p:nvPr>
            <p:ph idx="10" type="dt"/>
          </p:nvPr>
        </p:nvSpPr>
        <p:spPr>
          <a:xfrm>
            <a:off x="914400" y="9534525"/>
            <a:ext cx="4267200" cy="547800"/>
          </a:xfrm>
          <a:prstGeom prst="rect">
            <a:avLst/>
          </a:prstGeom>
          <a:noFill/>
          <a:ln>
            <a:noFill/>
          </a:ln>
        </p:spPr>
        <p:txBody>
          <a:bodyPr anchorCtr="0" anchor="ctr" bIns="83775" lIns="167625" spcFirstLastPara="1" rIns="167625" wrap="square" tIns="83775">
            <a:noAutofit/>
          </a:bodyPr>
          <a:lstStyle>
            <a:lvl1pPr lvl="0" algn="l">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14" name="Google Shape;114;g3c72d59a13d_0_573"/>
          <p:cNvSpPr txBox="1"/>
          <p:nvPr>
            <p:ph idx="11" type="ftr"/>
          </p:nvPr>
        </p:nvSpPr>
        <p:spPr>
          <a:xfrm>
            <a:off x="6248400" y="9534525"/>
            <a:ext cx="5791200" cy="547800"/>
          </a:xfrm>
          <a:prstGeom prst="rect">
            <a:avLst/>
          </a:prstGeom>
          <a:noFill/>
          <a:ln>
            <a:noFill/>
          </a:ln>
        </p:spPr>
        <p:txBody>
          <a:bodyPr anchorCtr="0" anchor="ctr" bIns="83775" lIns="167625" spcFirstLastPara="1" rIns="167625" wrap="square" tIns="83775">
            <a:noAutofit/>
          </a:bodyPr>
          <a:lstStyle>
            <a:lvl1pPr lvl="0" algn="ctr">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15" name="Google Shape;115;g3c72d59a13d_0_573"/>
          <p:cNvSpPr txBox="1"/>
          <p:nvPr>
            <p:ph idx="12" type="sldNum"/>
          </p:nvPr>
        </p:nvSpPr>
        <p:spPr>
          <a:xfrm>
            <a:off x="13106400" y="9534525"/>
            <a:ext cx="4267200" cy="547800"/>
          </a:xfrm>
          <a:prstGeom prst="rect">
            <a:avLst/>
          </a:prstGeom>
          <a:noFill/>
          <a:ln>
            <a:noFill/>
          </a:ln>
        </p:spPr>
        <p:txBody>
          <a:bodyPr anchorCtr="0" anchor="ctr" bIns="83775" lIns="167625" spcFirstLastPara="1" rIns="167625" wrap="square" tIns="837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6" name="Shape 116"/>
        <p:cNvGrpSpPr/>
        <p:nvPr/>
      </p:nvGrpSpPr>
      <p:grpSpPr>
        <a:xfrm>
          <a:off x="0" y="0"/>
          <a:ext cx="0" cy="0"/>
          <a:chOff x="0" y="0"/>
          <a:chExt cx="0" cy="0"/>
        </a:xfrm>
      </p:grpSpPr>
      <p:sp>
        <p:nvSpPr>
          <p:cNvPr id="117" name="Google Shape;117;g3c72d59a13d_0_580"/>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lvl1pPr lvl="0" algn="ctr">
              <a:spcBef>
                <a:spcPts val="0"/>
              </a:spcBef>
              <a:spcAft>
                <a:spcPts val="0"/>
              </a:spcAft>
              <a:buClr>
                <a:schemeClr val="dk1"/>
              </a:buClr>
              <a:buSzPts val="8100"/>
              <a:buFont typeface="Calibri"/>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118" name="Google Shape;118;g3c72d59a13d_0_580"/>
          <p:cNvSpPr txBox="1"/>
          <p:nvPr>
            <p:ph idx="1" type="body"/>
          </p:nvPr>
        </p:nvSpPr>
        <p:spPr>
          <a:xfrm>
            <a:off x="914400" y="2302670"/>
            <a:ext cx="8080200" cy="959700"/>
          </a:xfrm>
          <a:prstGeom prst="rect">
            <a:avLst/>
          </a:prstGeom>
          <a:noFill/>
          <a:ln>
            <a:noFill/>
          </a:ln>
        </p:spPr>
        <p:txBody>
          <a:bodyPr anchorCtr="0" anchor="b" bIns="83775" lIns="167625" spcFirstLastPara="1" rIns="167625" wrap="square" tIns="83775">
            <a:normAutofit/>
          </a:bodyPr>
          <a:lstStyle>
            <a:lvl1pPr indent="-228600" lvl="0" marL="457200" algn="l">
              <a:spcBef>
                <a:spcPts val="900"/>
              </a:spcBef>
              <a:spcAft>
                <a:spcPts val="0"/>
              </a:spcAft>
              <a:buClr>
                <a:schemeClr val="dk1"/>
              </a:buClr>
              <a:buSzPts val="4400"/>
              <a:buNone/>
              <a:defRPr b="1" sz="4400"/>
            </a:lvl1pPr>
            <a:lvl2pPr indent="-228600" lvl="1" marL="914400" algn="l">
              <a:spcBef>
                <a:spcPts val="700"/>
              </a:spcBef>
              <a:spcAft>
                <a:spcPts val="0"/>
              </a:spcAft>
              <a:buClr>
                <a:schemeClr val="dk1"/>
              </a:buClr>
              <a:buSzPts val="3700"/>
              <a:buNone/>
              <a:defRPr b="1" sz="3700"/>
            </a:lvl2pPr>
            <a:lvl3pPr indent="-228600" lvl="2" marL="1371600" algn="l">
              <a:spcBef>
                <a:spcPts val="700"/>
              </a:spcBef>
              <a:spcAft>
                <a:spcPts val="0"/>
              </a:spcAft>
              <a:buClr>
                <a:schemeClr val="dk1"/>
              </a:buClr>
              <a:buSzPts val="3300"/>
              <a:buNone/>
              <a:defRPr b="1" sz="3300"/>
            </a:lvl3pPr>
            <a:lvl4pPr indent="-228600" lvl="3" marL="1828800" algn="l">
              <a:spcBef>
                <a:spcPts val="600"/>
              </a:spcBef>
              <a:spcAft>
                <a:spcPts val="0"/>
              </a:spcAft>
              <a:buClr>
                <a:schemeClr val="dk1"/>
              </a:buClr>
              <a:buSzPts val="2900"/>
              <a:buNone/>
              <a:defRPr b="1" sz="2900"/>
            </a:lvl4pPr>
            <a:lvl5pPr indent="-228600" lvl="4" marL="2286000" algn="l">
              <a:spcBef>
                <a:spcPts val="600"/>
              </a:spcBef>
              <a:spcAft>
                <a:spcPts val="0"/>
              </a:spcAft>
              <a:buClr>
                <a:schemeClr val="dk1"/>
              </a:buClr>
              <a:buSzPts val="2900"/>
              <a:buNone/>
              <a:defRPr b="1" sz="2900"/>
            </a:lvl5pPr>
            <a:lvl6pPr indent="-228600" lvl="5" marL="2743200" algn="l">
              <a:spcBef>
                <a:spcPts val="600"/>
              </a:spcBef>
              <a:spcAft>
                <a:spcPts val="0"/>
              </a:spcAft>
              <a:buClr>
                <a:schemeClr val="dk1"/>
              </a:buClr>
              <a:buSzPts val="2900"/>
              <a:buNone/>
              <a:defRPr b="1" sz="2900"/>
            </a:lvl6pPr>
            <a:lvl7pPr indent="-228600" lvl="6" marL="3200400" algn="l">
              <a:spcBef>
                <a:spcPts val="600"/>
              </a:spcBef>
              <a:spcAft>
                <a:spcPts val="0"/>
              </a:spcAft>
              <a:buClr>
                <a:schemeClr val="dk1"/>
              </a:buClr>
              <a:buSzPts val="2900"/>
              <a:buNone/>
              <a:defRPr b="1" sz="2900"/>
            </a:lvl7pPr>
            <a:lvl8pPr indent="-228600" lvl="7" marL="3657600" algn="l">
              <a:spcBef>
                <a:spcPts val="600"/>
              </a:spcBef>
              <a:spcAft>
                <a:spcPts val="0"/>
              </a:spcAft>
              <a:buClr>
                <a:schemeClr val="dk1"/>
              </a:buClr>
              <a:buSzPts val="2900"/>
              <a:buNone/>
              <a:defRPr b="1" sz="2900"/>
            </a:lvl8pPr>
            <a:lvl9pPr indent="-228600" lvl="8" marL="4114800" algn="l">
              <a:spcBef>
                <a:spcPts val="600"/>
              </a:spcBef>
              <a:spcAft>
                <a:spcPts val="0"/>
              </a:spcAft>
              <a:buClr>
                <a:schemeClr val="dk1"/>
              </a:buClr>
              <a:buSzPts val="2900"/>
              <a:buNone/>
              <a:defRPr b="1" sz="2900"/>
            </a:lvl9pPr>
          </a:lstStyle>
          <a:p/>
        </p:txBody>
      </p:sp>
      <p:sp>
        <p:nvSpPr>
          <p:cNvPr id="119" name="Google Shape;119;g3c72d59a13d_0_580"/>
          <p:cNvSpPr txBox="1"/>
          <p:nvPr>
            <p:ph idx="2" type="body"/>
          </p:nvPr>
        </p:nvSpPr>
        <p:spPr>
          <a:xfrm>
            <a:off x="914400" y="3262313"/>
            <a:ext cx="8080200" cy="5927100"/>
          </a:xfrm>
          <a:prstGeom prst="rect">
            <a:avLst/>
          </a:prstGeom>
          <a:noFill/>
          <a:ln>
            <a:noFill/>
          </a:ln>
        </p:spPr>
        <p:txBody>
          <a:bodyPr anchorCtr="0" anchor="t" bIns="83775" lIns="167625" spcFirstLastPara="1" rIns="167625" wrap="square" tIns="83775">
            <a:normAutofit/>
          </a:bodyPr>
          <a:lstStyle>
            <a:lvl1pPr indent="-508000" lvl="0" marL="457200" algn="l">
              <a:spcBef>
                <a:spcPts val="900"/>
              </a:spcBef>
              <a:spcAft>
                <a:spcPts val="0"/>
              </a:spcAft>
              <a:buClr>
                <a:schemeClr val="dk1"/>
              </a:buClr>
              <a:buSzPts val="4400"/>
              <a:buChar char="•"/>
              <a:defRPr sz="4400"/>
            </a:lvl1pPr>
            <a:lvl2pPr indent="-463550" lvl="1" marL="914400" algn="l">
              <a:spcBef>
                <a:spcPts val="700"/>
              </a:spcBef>
              <a:spcAft>
                <a:spcPts val="0"/>
              </a:spcAft>
              <a:buClr>
                <a:schemeClr val="dk1"/>
              </a:buClr>
              <a:buSzPts val="3700"/>
              <a:buChar char="–"/>
              <a:defRPr sz="3700"/>
            </a:lvl2pPr>
            <a:lvl3pPr indent="-438150" lvl="2" marL="1371600" algn="l">
              <a:spcBef>
                <a:spcPts val="700"/>
              </a:spcBef>
              <a:spcAft>
                <a:spcPts val="0"/>
              </a:spcAft>
              <a:buClr>
                <a:schemeClr val="dk1"/>
              </a:buClr>
              <a:buSzPts val="3300"/>
              <a:buChar char="•"/>
              <a:defRPr sz="3300"/>
            </a:lvl3pPr>
            <a:lvl4pPr indent="-412750" lvl="3" marL="1828800" algn="l">
              <a:spcBef>
                <a:spcPts val="600"/>
              </a:spcBef>
              <a:spcAft>
                <a:spcPts val="0"/>
              </a:spcAft>
              <a:buClr>
                <a:schemeClr val="dk1"/>
              </a:buClr>
              <a:buSzPts val="2900"/>
              <a:buChar char="–"/>
              <a:defRPr sz="2900"/>
            </a:lvl4pPr>
            <a:lvl5pPr indent="-412750" lvl="4" marL="2286000" algn="l">
              <a:spcBef>
                <a:spcPts val="600"/>
              </a:spcBef>
              <a:spcAft>
                <a:spcPts val="0"/>
              </a:spcAft>
              <a:buClr>
                <a:schemeClr val="dk1"/>
              </a:buClr>
              <a:buSzPts val="2900"/>
              <a:buChar char="»"/>
              <a:defRPr sz="2900"/>
            </a:lvl5pPr>
            <a:lvl6pPr indent="-412750" lvl="5" marL="2743200" algn="l">
              <a:spcBef>
                <a:spcPts val="600"/>
              </a:spcBef>
              <a:spcAft>
                <a:spcPts val="0"/>
              </a:spcAft>
              <a:buClr>
                <a:schemeClr val="dk1"/>
              </a:buClr>
              <a:buSzPts val="2900"/>
              <a:buChar char="•"/>
              <a:defRPr sz="2900"/>
            </a:lvl6pPr>
            <a:lvl7pPr indent="-412750" lvl="6" marL="3200400" algn="l">
              <a:spcBef>
                <a:spcPts val="600"/>
              </a:spcBef>
              <a:spcAft>
                <a:spcPts val="0"/>
              </a:spcAft>
              <a:buClr>
                <a:schemeClr val="dk1"/>
              </a:buClr>
              <a:buSzPts val="2900"/>
              <a:buChar char="•"/>
              <a:defRPr sz="2900"/>
            </a:lvl7pPr>
            <a:lvl8pPr indent="-412750" lvl="7" marL="3657600" algn="l">
              <a:spcBef>
                <a:spcPts val="600"/>
              </a:spcBef>
              <a:spcAft>
                <a:spcPts val="0"/>
              </a:spcAft>
              <a:buClr>
                <a:schemeClr val="dk1"/>
              </a:buClr>
              <a:buSzPts val="2900"/>
              <a:buChar char="•"/>
              <a:defRPr sz="2900"/>
            </a:lvl8pPr>
            <a:lvl9pPr indent="-412750" lvl="8" marL="4114800" algn="l">
              <a:spcBef>
                <a:spcPts val="600"/>
              </a:spcBef>
              <a:spcAft>
                <a:spcPts val="0"/>
              </a:spcAft>
              <a:buClr>
                <a:schemeClr val="dk1"/>
              </a:buClr>
              <a:buSzPts val="2900"/>
              <a:buChar char="•"/>
              <a:defRPr sz="2900"/>
            </a:lvl9pPr>
          </a:lstStyle>
          <a:p/>
        </p:txBody>
      </p:sp>
      <p:sp>
        <p:nvSpPr>
          <p:cNvPr id="120" name="Google Shape;120;g3c72d59a13d_0_580"/>
          <p:cNvSpPr txBox="1"/>
          <p:nvPr>
            <p:ph idx="3" type="body"/>
          </p:nvPr>
        </p:nvSpPr>
        <p:spPr>
          <a:xfrm>
            <a:off x="9290050" y="2302670"/>
            <a:ext cx="8083800" cy="959700"/>
          </a:xfrm>
          <a:prstGeom prst="rect">
            <a:avLst/>
          </a:prstGeom>
          <a:noFill/>
          <a:ln>
            <a:noFill/>
          </a:ln>
        </p:spPr>
        <p:txBody>
          <a:bodyPr anchorCtr="0" anchor="b" bIns="83775" lIns="167625" spcFirstLastPara="1" rIns="167625" wrap="square" tIns="83775">
            <a:normAutofit/>
          </a:bodyPr>
          <a:lstStyle>
            <a:lvl1pPr indent="-228600" lvl="0" marL="457200" algn="l">
              <a:spcBef>
                <a:spcPts val="900"/>
              </a:spcBef>
              <a:spcAft>
                <a:spcPts val="0"/>
              </a:spcAft>
              <a:buClr>
                <a:schemeClr val="dk1"/>
              </a:buClr>
              <a:buSzPts val="4400"/>
              <a:buNone/>
              <a:defRPr b="1" sz="4400"/>
            </a:lvl1pPr>
            <a:lvl2pPr indent="-228600" lvl="1" marL="914400" algn="l">
              <a:spcBef>
                <a:spcPts val="700"/>
              </a:spcBef>
              <a:spcAft>
                <a:spcPts val="0"/>
              </a:spcAft>
              <a:buClr>
                <a:schemeClr val="dk1"/>
              </a:buClr>
              <a:buSzPts val="3700"/>
              <a:buNone/>
              <a:defRPr b="1" sz="3700"/>
            </a:lvl2pPr>
            <a:lvl3pPr indent="-228600" lvl="2" marL="1371600" algn="l">
              <a:spcBef>
                <a:spcPts val="700"/>
              </a:spcBef>
              <a:spcAft>
                <a:spcPts val="0"/>
              </a:spcAft>
              <a:buClr>
                <a:schemeClr val="dk1"/>
              </a:buClr>
              <a:buSzPts val="3300"/>
              <a:buNone/>
              <a:defRPr b="1" sz="3300"/>
            </a:lvl3pPr>
            <a:lvl4pPr indent="-228600" lvl="3" marL="1828800" algn="l">
              <a:spcBef>
                <a:spcPts val="600"/>
              </a:spcBef>
              <a:spcAft>
                <a:spcPts val="0"/>
              </a:spcAft>
              <a:buClr>
                <a:schemeClr val="dk1"/>
              </a:buClr>
              <a:buSzPts val="2900"/>
              <a:buNone/>
              <a:defRPr b="1" sz="2900"/>
            </a:lvl4pPr>
            <a:lvl5pPr indent="-228600" lvl="4" marL="2286000" algn="l">
              <a:spcBef>
                <a:spcPts val="600"/>
              </a:spcBef>
              <a:spcAft>
                <a:spcPts val="0"/>
              </a:spcAft>
              <a:buClr>
                <a:schemeClr val="dk1"/>
              </a:buClr>
              <a:buSzPts val="2900"/>
              <a:buNone/>
              <a:defRPr b="1" sz="2900"/>
            </a:lvl5pPr>
            <a:lvl6pPr indent="-228600" lvl="5" marL="2743200" algn="l">
              <a:spcBef>
                <a:spcPts val="600"/>
              </a:spcBef>
              <a:spcAft>
                <a:spcPts val="0"/>
              </a:spcAft>
              <a:buClr>
                <a:schemeClr val="dk1"/>
              </a:buClr>
              <a:buSzPts val="2900"/>
              <a:buNone/>
              <a:defRPr b="1" sz="2900"/>
            </a:lvl6pPr>
            <a:lvl7pPr indent="-228600" lvl="6" marL="3200400" algn="l">
              <a:spcBef>
                <a:spcPts val="600"/>
              </a:spcBef>
              <a:spcAft>
                <a:spcPts val="0"/>
              </a:spcAft>
              <a:buClr>
                <a:schemeClr val="dk1"/>
              </a:buClr>
              <a:buSzPts val="2900"/>
              <a:buNone/>
              <a:defRPr b="1" sz="2900"/>
            </a:lvl7pPr>
            <a:lvl8pPr indent="-228600" lvl="7" marL="3657600" algn="l">
              <a:spcBef>
                <a:spcPts val="600"/>
              </a:spcBef>
              <a:spcAft>
                <a:spcPts val="0"/>
              </a:spcAft>
              <a:buClr>
                <a:schemeClr val="dk1"/>
              </a:buClr>
              <a:buSzPts val="2900"/>
              <a:buNone/>
              <a:defRPr b="1" sz="2900"/>
            </a:lvl8pPr>
            <a:lvl9pPr indent="-228600" lvl="8" marL="4114800" algn="l">
              <a:spcBef>
                <a:spcPts val="600"/>
              </a:spcBef>
              <a:spcAft>
                <a:spcPts val="0"/>
              </a:spcAft>
              <a:buClr>
                <a:schemeClr val="dk1"/>
              </a:buClr>
              <a:buSzPts val="2900"/>
              <a:buNone/>
              <a:defRPr b="1" sz="2900"/>
            </a:lvl9pPr>
          </a:lstStyle>
          <a:p/>
        </p:txBody>
      </p:sp>
      <p:sp>
        <p:nvSpPr>
          <p:cNvPr id="121" name="Google Shape;121;g3c72d59a13d_0_580"/>
          <p:cNvSpPr txBox="1"/>
          <p:nvPr>
            <p:ph idx="4" type="body"/>
          </p:nvPr>
        </p:nvSpPr>
        <p:spPr>
          <a:xfrm>
            <a:off x="9290050" y="3262313"/>
            <a:ext cx="8083800" cy="5927100"/>
          </a:xfrm>
          <a:prstGeom prst="rect">
            <a:avLst/>
          </a:prstGeom>
          <a:noFill/>
          <a:ln>
            <a:noFill/>
          </a:ln>
        </p:spPr>
        <p:txBody>
          <a:bodyPr anchorCtr="0" anchor="t" bIns="83775" lIns="167625" spcFirstLastPara="1" rIns="167625" wrap="square" tIns="83775">
            <a:normAutofit/>
          </a:bodyPr>
          <a:lstStyle>
            <a:lvl1pPr indent="-508000" lvl="0" marL="457200" algn="l">
              <a:spcBef>
                <a:spcPts val="900"/>
              </a:spcBef>
              <a:spcAft>
                <a:spcPts val="0"/>
              </a:spcAft>
              <a:buClr>
                <a:schemeClr val="dk1"/>
              </a:buClr>
              <a:buSzPts val="4400"/>
              <a:buChar char="•"/>
              <a:defRPr sz="4400"/>
            </a:lvl1pPr>
            <a:lvl2pPr indent="-463550" lvl="1" marL="914400" algn="l">
              <a:spcBef>
                <a:spcPts val="700"/>
              </a:spcBef>
              <a:spcAft>
                <a:spcPts val="0"/>
              </a:spcAft>
              <a:buClr>
                <a:schemeClr val="dk1"/>
              </a:buClr>
              <a:buSzPts val="3700"/>
              <a:buChar char="–"/>
              <a:defRPr sz="3700"/>
            </a:lvl2pPr>
            <a:lvl3pPr indent="-438150" lvl="2" marL="1371600" algn="l">
              <a:spcBef>
                <a:spcPts val="700"/>
              </a:spcBef>
              <a:spcAft>
                <a:spcPts val="0"/>
              </a:spcAft>
              <a:buClr>
                <a:schemeClr val="dk1"/>
              </a:buClr>
              <a:buSzPts val="3300"/>
              <a:buChar char="•"/>
              <a:defRPr sz="3300"/>
            </a:lvl3pPr>
            <a:lvl4pPr indent="-412750" lvl="3" marL="1828800" algn="l">
              <a:spcBef>
                <a:spcPts val="600"/>
              </a:spcBef>
              <a:spcAft>
                <a:spcPts val="0"/>
              </a:spcAft>
              <a:buClr>
                <a:schemeClr val="dk1"/>
              </a:buClr>
              <a:buSzPts val="2900"/>
              <a:buChar char="–"/>
              <a:defRPr sz="2900"/>
            </a:lvl4pPr>
            <a:lvl5pPr indent="-412750" lvl="4" marL="2286000" algn="l">
              <a:spcBef>
                <a:spcPts val="600"/>
              </a:spcBef>
              <a:spcAft>
                <a:spcPts val="0"/>
              </a:spcAft>
              <a:buClr>
                <a:schemeClr val="dk1"/>
              </a:buClr>
              <a:buSzPts val="2900"/>
              <a:buChar char="»"/>
              <a:defRPr sz="2900"/>
            </a:lvl5pPr>
            <a:lvl6pPr indent="-412750" lvl="5" marL="2743200" algn="l">
              <a:spcBef>
                <a:spcPts val="600"/>
              </a:spcBef>
              <a:spcAft>
                <a:spcPts val="0"/>
              </a:spcAft>
              <a:buClr>
                <a:schemeClr val="dk1"/>
              </a:buClr>
              <a:buSzPts val="2900"/>
              <a:buChar char="•"/>
              <a:defRPr sz="2900"/>
            </a:lvl6pPr>
            <a:lvl7pPr indent="-412750" lvl="6" marL="3200400" algn="l">
              <a:spcBef>
                <a:spcPts val="600"/>
              </a:spcBef>
              <a:spcAft>
                <a:spcPts val="0"/>
              </a:spcAft>
              <a:buClr>
                <a:schemeClr val="dk1"/>
              </a:buClr>
              <a:buSzPts val="2900"/>
              <a:buChar char="•"/>
              <a:defRPr sz="2900"/>
            </a:lvl7pPr>
            <a:lvl8pPr indent="-412750" lvl="7" marL="3657600" algn="l">
              <a:spcBef>
                <a:spcPts val="600"/>
              </a:spcBef>
              <a:spcAft>
                <a:spcPts val="0"/>
              </a:spcAft>
              <a:buClr>
                <a:schemeClr val="dk1"/>
              </a:buClr>
              <a:buSzPts val="2900"/>
              <a:buChar char="•"/>
              <a:defRPr sz="2900"/>
            </a:lvl8pPr>
            <a:lvl9pPr indent="-412750" lvl="8" marL="4114800" algn="l">
              <a:spcBef>
                <a:spcPts val="600"/>
              </a:spcBef>
              <a:spcAft>
                <a:spcPts val="0"/>
              </a:spcAft>
              <a:buClr>
                <a:schemeClr val="dk1"/>
              </a:buClr>
              <a:buSzPts val="2900"/>
              <a:buChar char="•"/>
              <a:defRPr sz="2900"/>
            </a:lvl9pPr>
          </a:lstStyle>
          <a:p/>
        </p:txBody>
      </p:sp>
      <p:sp>
        <p:nvSpPr>
          <p:cNvPr id="122" name="Google Shape;122;g3c72d59a13d_0_580"/>
          <p:cNvSpPr txBox="1"/>
          <p:nvPr>
            <p:ph idx="10" type="dt"/>
          </p:nvPr>
        </p:nvSpPr>
        <p:spPr>
          <a:xfrm>
            <a:off x="914400" y="9534525"/>
            <a:ext cx="4267200" cy="547800"/>
          </a:xfrm>
          <a:prstGeom prst="rect">
            <a:avLst/>
          </a:prstGeom>
          <a:noFill/>
          <a:ln>
            <a:noFill/>
          </a:ln>
        </p:spPr>
        <p:txBody>
          <a:bodyPr anchorCtr="0" anchor="ctr" bIns="83775" lIns="167625" spcFirstLastPara="1" rIns="167625" wrap="square" tIns="83775">
            <a:noAutofit/>
          </a:bodyPr>
          <a:lstStyle>
            <a:lvl1pPr lvl="0" algn="l">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23" name="Google Shape;123;g3c72d59a13d_0_580"/>
          <p:cNvSpPr txBox="1"/>
          <p:nvPr>
            <p:ph idx="11" type="ftr"/>
          </p:nvPr>
        </p:nvSpPr>
        <p:spPr>
          <a:xfrm>
            <a:off x="6248400" y="9534525"/>
            <a:ext cx="5791200" cy="547800"/>
          </a:xfrm>
          <a:prstGeom prst="rect">
            <a:avLst/>
          </a:prstGeom>
          <a:noFill/>
          <a:ln>
            <a:noFill/>
          </a:ln>
        </p:spPr>
        <p:txBody>
          <a:bodyPr anchorCtr="0" anchor="ctr" bIns="83775" lIns="167625" spcFirstLastPara="1" rIns="167625" wrap="square" tIns="83775">
            <a:noAutofit/>
          </a:bodyPr>
          <a:lstStyle>
            <a:lvl1pPr lvl="0" algn="ctr">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24" name="Google Shape;124;g3c72d59a13d_0_580"/>
          <p:cNvSpPr txBox="1"/>
          <p:nvPr>
            <p:ph idx="12" type="sldNum"/>
          </p:nvPr>
        </p:nvSpPr>
        <p:spPr>
          <a:xfrm>
            <a:off x="13106400" y="9534525"/>
            <a:ext cx="4267200" cy="547800"/>
          </a:xfrm>
          <a:prstGeom prst="rect">
            <a:avLst/>
          </a:prstGeom>
          <a:noFill/>
          <a:ln>
            <a:noFill/>
          </a:ln>
        </p:spPr>
        <p:txBody>
          <a:bodyPr anchorCtr="0" anchor="ctr" bIns="83775" lIns="167625" spcFirstLastPara="1" rIns="167625" wrap="square" tIns="837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3c72d59a13d_0_589"/>
          <p:cNvSpPr txBox="1"/>
          <p:nvPr>
            <p:ph idx="10" type="dt"/>
          </p:nvPr>
        </p:nvSpPr>
        <p:spPr>
          <a:xfrm>
            <a:off x="914400" y="9534525"/>
            <a:ext cx="4267200" cy="547800"/>
          </a:xfrm>
          <a:prstGeom prst="rect">
            <a:avLst/>
          </a:prstGeom>
          <a:noFill/>
          <a:ln>
            <a:noFill/>
          </a:ln>
        </p:spPr>
        <p:txBody>
          <a:bodyPr anchorCtr="0" anchor="ctr" bIns="83775" lIns="167625" spcFirstLastPara="1" rIns="167625" wrap="square" tIns="83775">
            <a:noAutofit/>
          </a:bodyPr>
          <a:lstStyle>
            <a:lvl1pPr lvl="0" algn="l">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27" name="Google Shape;127;g3c72d59a13d_0_589"/>
          <p:cNvSpPr txBox="1"/>
          <p:nvPr>
            <p:ph idx="11" type="ftr"/>
          </p:nvPr>
        </p:nvSpPr>
        <p:spPr>
          <a:xfrm>
            <a:off x="6248400" y="9534525"/>
            <a:ext cx="5791200" cy="547800"/>
          </a:xfrm>
          <a:prstGeom prst="rect">
            <a:avLst/>
          </a:prstGeom>
          <a:noFill/>
          <a:ln>
            <a:noFill/>
          </a:ln>
        </p:spPr>
        <p:txBody>
          <a:bodyPr anchorCtr="0" anchor="ctr" bIns="83775" lIns="167625" spcFirstLastPara="1" rIns="167625" wrap="square" tIns="83775">
            <a:noAutofit/>
          </a:bodyPr>
          <a:lstStyle>
            <a:lvl1pPr lvl="0" algn="ctr">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28" name="Google Shape;128;g3c72d59a13d_0_589"/>
          <p:cNvSpPr txBox="1"/>
          <p:nvPr>
            <p:ph idx="12" type="sldNum"/>
          </p:nvPr>
        </p:nvSpPr>
        <p:spPr>
          <a:xfrm>
            <a:off x="13106400" y="9534525"/>
            <a:ext cx="4267200" cy="547800"/>
          </a:xfrm>
          <a:prstGeom prst="rect">
            <a:avLst/>
          </a:prstGeom>
          <a:noFill/>
          <a:ln>
            <a:noFill/>
          </a:ln>
        </p:spPr>
        <p:txBody>
          <a:bodyPr anchorCtr="0" anchor="ctr" bIns="83775" lIns="167625" spcFirstLastPara="1" rIns="167625" wrap="square" tIns="837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g3c72d59a13d_0_593"/>
          <p:cNvSpPr txBox="1"/>
          <p:nvPr>
            <p:ph type="title"/>
          </p:nvPr>
        </p:nvSpPr>
        <p:spPr>
          <a:xfrm>
            <a:off x="914400" y="409575"/>
            <a:ext cx="6016800" cy="1743300"/>
          </a:xfrm>
          <a:prstGeom prst="rect">
            <a:avLst/>
          </a:prstGeom>
          <a:noFill/>
          <a:ln>
            <a:noFill/>
          </a:ln>
        </p:spPr>
        <p:txBody>
          <a:bodyPr anchorCtr="0" anchor="b" bIns="83775" lIns="167625" spcFirstLastPara="1" rIns="167625" wrap="square" tIns="83775">
            <a:normAutofit/>
          </a:bodyPr>
          <a:lstStyle>
            <a:lvl1pPr lvl="0" algn="l">
              <a:spcBef>
                <a:spcPts val="0"/>
              </a:spcBef>
              <a:spcAft>
                <a:spcPts val="0"/>
              </a:spcAft>
              <a:buClr>
                <a:schemeClr val="dk1"/>
              </a:buClr>
              <a:buSzPts val="3700"/>
              <a:buFont typeface="Calibri"/>
              <a:buNone/>
              <a:defRPr b="1" sz="37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131" name="Google Shape;131;g3c72d59a13d_0_593"/>
          <p:cNvSpPr txBox="1"/>
          <p:nvPr>
            <p:ph idx="1" type="body"/>
          </p:nvPr>
        </p:nvSpPr>
        <p:spPr>
          <a:xfrm>
            <a:off x="7150100" y="409575"/>
            <a:ext cx="10223400" cy="8779500"/>
          </a:xfrm>
          <a:prstGeom prst="rect">
            <a:avLst/>
          </a:prstGeom>
          <a:noFill/>
          <a:ln>
            <a:noFill/>
          </a:ln>
        </p:spPr>
        <p:txBody>
          <a:bodyPr anchorCtr="0" anchor="t" bIns="83775" lIns="167625" spcFirstLastPara="1" rIns="167625" wrap="square" tIns="83775">
            <a:normAutofit/>
          </a:bodyPr>
          <a:lstStyle>
            <a:lvl1pPr indent="-603250" lvl="0" marL="457200" algn="l">
              <a:spcBef>
                <a:spcPts val="1200"/>
              </a:spcBef>
              <a:spcAft>
                <a:spcPts val="0"/>
              </a:spcAft>
              <a:buClr>
                <a:schemeClr val="dk1"/>
              </a:buClr>
              <a:buSzPts val="5900"/>
              <a:buChar char="•"/>
              <a:defRPr sz="5900"/>
            </a:lvl1pPr>
            <a:lvl2pPr indent="-552450" lvl="1" marL="914400" algn="l">
              <a:spcBef>
                <a:spcPts val="1000"/>
              </a:spcBef>
              <a:spcAft>
                <a:spcPts val="0"/>
              </a:spcAft>
              <a:buClr>
                <a:schemeClr val="dk1"/>
              </a:buClr>
              <a:buSzPts val="5100"/>
              <a:buChar char="–"/>
              <a:defRPr sz="5100"/>
            </a:lvl2pPr>
            <a:lvl3pPr indent="-508000" lvl="2" marL="1371600" algn="l">
              <a:spcBef>
                <a:spcPts val="900"/>
              </a:spcBef>
              <a:spcAft>
                <a:spcPts val="0"/>
              </a:spcAft>
              <a:buClr>
                <a:schemeClr val="dk1"/>
              </a:buClr>
              <a:buSzPts val="4400"/>
              <a:buChar char="•"/>
              <a:defRPr sz="4400"/>
            </a:lvl3pPr>
            <a:lvl4pPr indent="-463550" lvl="3" marL="1828800" algn="l">
              <a:spcBef>
                <a:spcPts val="700"/>
              </a:spcBef>
              <a:spcAft>
                <a:spcPts val="0"/>
              </a:spcAft>
              <a:buClr>
                <a:schemeClr val="dk1"/>
              </a:buClr>
              <a:buSzPts val="3700"/>
              <a:buChar char="–"/>
              <a:defRPr sz="3700"/>
            </a:lvl4pPr>
            <a:lvl5pPr indent="-463550" lvl="4" marL="2286000" algn="l">
              <a:spcBef>
                <a:spcPts val="700"/>
              </a:spcBef>
              <a:spcAft>
                <a:spcPts val="0"/>
              </a:spcAft>
              <a:buClr>
                <a:schemeClr val="dk1"/>
              </a:buClr>
              <a:buSzPts val="3700"/>
              <a:buChar char="»"/>
              <a:defRPr sz="3700"/>
            </a:lvl5pPr>
            <a:lvl6pPr indent="-463550" lvl="5" marL="2743200" algn="l">
              <a:spcBef>
                <a:spcPts val="700"/>
              </a:spcBef>
              <a:spcAft>
                <a:spcPts val="0"/>
              </a:spcAft>
              <a:buClr>
                <a:schemeClr val="dk1"/>
              </a:buClr>
              <a:buSzPts val="3700"/>
              <a:buChar char="•"/>
              <a:defRPr sz="3700"/>
            </a:lvl6pPr>
            <a:lvl7pPr indent="-463550" lvl="6" marL="3200400" algn="l">
              <a:spcBef>
                <a:spcPts val="700"/>
              </a:spcBef>
              <a:spcAft>
                <a:spcPts val="0"/>
              </a:spcAft>
              <a:buClr>
                <a:schemeClr val="dk1"/>
              </a:buClr>
              <a:buSzPts val="3700"/>
              <a:buChar char="•"/>
              <a:defRPr sz="3700"/>
            </a:lvl7pPr>
            <a:lvl8pPr indent="-463550" lvl="7" marL="3657600" algn="l">
              <a:spcBef>
                <a:spcPts val="700"/>
              </a:spcBef>
              <a:spcAft>
                <a:spcPts val="0"/>
              </a:spcAft>
              <a:buClr>
                <a:schemeClr val="dk1"/>
              </a:buClr>
              <a:buSzPts val="3700"/>
              <a:buChar char="•"/>
              <a:defRPr sz="3700"/>
            </a:lvl8pPr>
            <a:lvl9pPr indent="-463550" lvl="8" marL="4114800" algn="l">
              <a:spcBef>
                <a:spcPts val="700"/>
              </a:spcBef>
              <a:spcAft>
                <a:spcPts val="0"/>
              </a:spcAft>
              <a:buClr>
                <a:schemeClr val="dk1"/>
              </a:buClr>
              <a:buSzPts val="3700"/>
              <a:buChar char="•"/>
              <a:defRPr sz="3700"/>
            </a:lvl9pPr>
          </a:lstStyle>
          <a:p/>
        </p:txBody>
      </p:sp>
      <p:sp>
        <p:nvSpPr>
          <p:cNvPr id="132" name="Google Shape;132;g3c72d59a13d_0_593"/>
          <p:cNvSpPr txBox="1"/>
          <p:nvPr>
            <p:ph idx="2" type="body"/>
          </p:nvPr>
        </p:nvSpPr>
        <p:spPr>
          <a:xfrm>
            <a:off x="914400" y="2152650"/>
            <a:ext cx="6016800" cy="7036800"/>
          </a:xfrm>
          <a:prstGeom prst="rect">
            <a:avLst/>
          </a:prstGeom>
          <a:noFill/>
          <a:ln>
            <a:noFill/>
          </a:ln>
        </p:spPr>
        <p:txBody>
          <a:bodyPr anchorCtr="0" anchor="t" bIns="83775" lIns="167625" spcFirstLastPara="1" rIns="167625" wrap="square" tIns="83775">
            <a:normAutofit/>
          </a:bodyPr>
          <a:lstStyle>
            <a:lvl1pPr indent="-228600" lvl="0" marL="457200" algn="l">
              <a:spcBef>
                <a:spcPts val="500"/>
              </a:spcBef>
              <a:spcAft>
                <a:spcPts val="0"/>
              </a:spcAft>
              <a:buClr>
                <a:schemeClr val="dk1"/>
              </a:buClr>
              <a:buSzPts val="2600"/>
              <a:buNone/>
              <a:defRPr sz="2600"/>
            </a:lvl1pPr>
            <a:lvl2pPr indent="-228600" lvl="1" marL="914400" algn="l">
              <a:spcBef>
                <a:spcPts val="400"/>
              </a:spcBef>
              <a:spcAft>
                <a:spcPts val="0"/>
              </a:spcAft>
              <a:buClr>
                <a:schemeClr val="dk1"/>
              </a:buClr>
              <a:buSzPts val="2200"/>
              <a:buNone/>
              <a:defRPr sz="2200"/>
            </a:lvl2pPr>
            <a:lvl3pPr indent="-228600" lvl="2" marL="1371600" algn="l">
              <a:spcBef>
                <a:spcPts val="400"/>
              </a:spcBef>
              <a:spcAft>
                <a:spcPts val="0"/>
              </a:spcAft>
              <a:buClr>
                <a:schemeClr val="dk1"/>
              </a:buClr>
              <a:buSzPts val="1800"/>
              <a:buNone/>
              <a:defRPr sz="1800"/>
            </a:lvl3pPr>
            <a:lvl4pPr indent="-228600" lvl="3" marL="1828800" algn="l">
              <a:spcBef>
                <a:spcPts val="300"/>
              </a:spcBef>
              <a:spcAft>
                <a:spcPts val="0"/>
              </a:spcAft>
              <a:buClr>
                <a:schemeClr val="dk1"/>
              </a:buClr>
              <a:buSzPts val="1700"/>
              <a:buNone/>
              <a:defRPr sz="1700"/>
            </a:lvl4pPr>
            <a:lvl5pPr indent="-228600" lvl="4" marL="2286000" algn="l">
              <a:spcBef>
                <a:spcPts val="300"/>
              </a:spcBef>
              <a:spcAft>
                <a:spcPts val="0"/>
              </a:spcAft>
              <a:buClr>
                <a:schemeClr val="dk1"/>
              </a:buClr>
              <a:buSzPts val="1700"/>
              <a:buNone/>
              <a:defRPr sz="1700"/>
            </a:lvl5pPr>
            <a:lvl6pPr indent="-228600" lvl="5" marL="2743200" algn="l">
              <a:spcBef>
                <a:spcPts val="300"/>
              </a:spcBef>
              <a:spcAft>
                <a:spcPts val="0"/>
              </a:spcAft>
              <a:buClr>
                <a:schemeClr val="dk1"/>
              </a:buClr>
              <a:buSzPts val="1700"/>
              <a:buNone/>
              <a:defRPr sz="1700"/>
            </a:lvl6pPr>
            <a:lvl7pPr indent="-228600" lvl="6" marL="3200400" algn="l">
              <a:spcBef>
                <a:spcPts val="300"/>
              </a:spcBef>
              <a:spcAft>
                <a:spcPts val="0"/>
              </a:spcAft>
              <a:buClr>
                <a:schemeClr val="dk1"/>
              </a:buClr>
              <a:buSzPts val="1700"/>
              <a:buNone/>
              <a:defRPr sz="1700"/>
            </a:lvl7pPr>
            <a:lvl8pPr indent="-228600" lvl="7" marL="3657600" algn="l">
              <a:spcBef>
                <a:spcPts val="300"/>
              </a:spcBef>
              <a:spcAft>
                <a:spcPts val="0"/>
              </a:spcAft>
              <a:buClr>
                <a:schemeClr val="dk1"/>
              </a:buClr>
              <a:buSzPts val="1700"/>
              <a:buNone/>
              <a:defRPr sz="1700"/>
            </a:lvl8pPr>
            <a:lvl9pPr indent="-228600" lvl="8" marL="4114800" algn="l">
              <a:spcBef>
                <a:spcPts val="300"/>
              </a:spcBef>
              <a:spcAft>
                <a:spcPts val="0"/>
              </a:spcAft>
              <a:buClr>
                <a:schemeClr val="dk1"/>
              </a:buClr>
              <a:buSzPts val="1700"/>
              <a:buNone/>
              <a:defRPr sz="1700"/>
            </a:lvl9pPr>
          </a:lstStyle>
          <a:p/>
        </p:txBody>
      </p:sp>
      <p:sp>
        <p:nvSpPr>
          <p:cNvPr id="133" name="Google Shape;133;g3c72d59a13d_0_593"/>
          <p:cNvSpPr txBox="1"/>
          <p:nvPr>
            <p:ph idx="10" type="dt"/>
          </p:nvPr>
        </p:nvSpPr>
        <p:spPr>
          <a:xfrm>
            <a:off x="914400" y="9534525"/>
            <a:ext cx="4267200" cy="547800"/>
          </a:xfrm>
          <a:prstGeom prst="rect">
            <a:avLst/>
          </a:prstGeom>
          <a:noFill/>
          <a:ln>
            <a:noFill/>
          </a:ln>
        </p:spPr>
        <p:txBody>
          <a:bodyPr anchorCtr="0" anchor="ctr" bIns="83775" lIns="167625" spcFirstLastPara="1" rIns="167625" wrap="square" tIns="83775">
            <a:noAutofit/>
          </a:bodyPr>
          <a:lstStyle>
            <a:lvl1pPr lvl="0" algn="l">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34" name="Google Shape;134;g3c72d59a13d_0_593"/>
          <p:cNvSpPr txBox="1"/>
          <p:nvPr>
            <p:ph idx="11" type="ftr"/>
          </p:nvPr>
        </p:nvSpPr>
        <p:spPr>
          <a:xfrm>
            <a:off x="6248400" y="9534525"/>
            <a:ext cx="5791200" cy="547800"/>
          </a:xfrm>
          <a:prstGeom prst="rect">
            <a:avLst/>
          </a:prstGeom>
          <a:noFill/>
          <a:ln>
            <a:noFill/>
          </a:ln>
        </p:spPr>
        <p:txBody>
          <a:bodyPr anchorCtr="0" anchor="ctr" bIns="83775" lIns="167625" spcFirstLastPara="1" rIns="167625" wrap="square" tIns="83775">
            <a:noAutofit/>
          </a:bodyPr>
          <a:lstStyle>
            <a:lvl1pPr lvl="0" algn="ctr">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35" name="Google Shape;135;g3c72d59a13d_0_593"/>
          <p:cNvSpPr txBox="1"/>
          <p:nvPr>
            <p:ph idx="12" type="sldNum"/>
          </p:nvPr>
        </p:nvSpPr>
        <p:spPr>
          <a:xfrm>
            <a:off x="13106400" y="9534525"/>
            <a:ext cx="4267200" cy="547800"/>
          </a:xfrm>
          <a:prstGeom prst="rect">
            <a:avLst/>
          </a:prstGeom>
          <a:noFill/>
          <a:ln>
            <a:noFill/>
          </a:ln>
        </p:spPr>
        <p:txBody>
          <a:bodyPr anchorCtr="0" anchor="ctr" bIns="83775" lIns="167625" spcFirstLastPara="1" rIns="167625" wrap="square" tIns="837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g3c72d59a13d_0_600"/>
          <p:cNvSpPr txBox="1"/>
          <p:nvPr>
            <p:ph type="title"/>
          </p:nvPr>
        </p:nvSpPr>
        <p:spPr>
          <a:xfrm>
            <a:off x="3584576" y="7200900"/>
            <a:ext cx="10972800" cy="850200"/>
          </a:xfrm>
          <a:prstGeom prst="rect">
            <a:avLst/>
          </a:prstGeom>
          <a:noFill/>
          <a:ln>
            <a:noFill/>
          </a:ln>
        </p:spPr>
        <p:txBody>
          <a:bodyPr anchorCtr="0" anchor="b" bIns="83775" lIns="167625" spcFirstLastPara="1" rIns="167625" wrap="square" tIns="83775">
            <a:normAutofit/>
          </a:bodyPr>
          <a:lstStyle>
            <a:lvl1pPr lvl="0" algn="l">
              <a:spcBef>
                <a:spcPts val="0"/>
              </a:spcBef>
              <a:spcAft>
                <a:spcPts val="0"/>
              </a:spcAft>
              <a:buClr>
                <a:schemeClr val="dk1"/>
              </a:buClr>
              <a:buSzPts val="3700"/>
              <a:buFont typeface="Calibri"/>
              <a:buNone/>
              <a:defRPr b="1" sz="37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138" name="Google Shape;138;g3c72d59a13d_0_600"/>
          <p:cNvSpPr/>
          <p:nvPr>
            <p:ph idx="2" type="pic"/>
          </p:nvPr>
        </p:nvSpPr>
        <p:spPr>
          <a:xfrm>
            <a:off x="3584576" y="919163"/>
            <a:ext cx="10972800" cy="6172200"/>
          </a:xfrm>
          <a:prstGeom prst="rect">
            <a:avLst/>
          </a:prstGeom>
          <a:noFill/>
          <a:ln>
            <a:noFill/>
          </a:ln>
        </p:spPr>
      </p:sp>
      <p:sp>
        <p:nvSpPr>
          <p:cNvPr id="139" name="Google Shape;139;g3c72d59a13d_0_600"/>
          <p:cNvSpPr txBox="1"/>
          <p:nvPr>
            <p:ph idx="1" type="body"/>
          </p:nvPr>
        </p:nvSpPr>
        <p:spPr>
          <a:xfrm>
            <a:off x="3584576" y="8051007"/>
            <a:ext cx="10972800" cy="1207200"/>
          </a:xfrm>
          <a:prstGeom prst="rect">
            <a:avLst/>
          </a:prstGeom>
          <a:noFill/>
          <a:ln>
            <a:noFill/>
          </a:ln>
        </p:spPr>
        <p:txBody>
          <a:bodyPr anchorCtr="0" anchor="t" bIns="83775" lIns="167625" spcFirstLastPara="1" rIns="167625" wrap="square" tIns="83775">
            <a:normAutofit/>
          </a:bodyPr>
          <a:lstStyle>
            <a:lvl1pPr indent="-228600" lvl="0" marL="457200" algn="l">
              <a:spcBef>
                <a:spcPts val="500"/>
              </a:spcBef>
              <a:spcAft>
                <a:spcPts val="0"/>
              </a:spcAft>
              <a:buClr>
                <a:schemeClr val="dk1"/>
              </a:buClr>
              <a:buSzPts val="2600"/>
              <a:buNone/>
              <a:defRPr sz="2600"/>
            </a:lvl1pPr>
            <a:lvl2pPr indent="-228600" lvl="1" marL="914400" algn="l">
              <a:spcBef>
                <a:spcPts val="400"/>
              </a:spcBef>
              <a:spcAft>
                <a:spcPts val="0"/>
              </a:spcAft>
              <a:buClr>
                <a:schemeClr val="dk1"/>
              </a:buClr>
              <a:buSzPts val="2200"/>
              <a:buNone/>
              <a:defRPr sz="2200"/>
            </a:lvl2pPr>
            <a:lvl3pPr indent="-228600" lvl="2" marL="1371600" algn="l">
              <a:spcBef>
                <a:spcPts val="400"/>
              </a:spcBef>
              <a:spcAft>
                <a:spcPts val="0"/>
              </a:spcAft>
              <a:buClr>
                <a:schemeClr val="dk1"/>
              </a:buClr>
              <a:buSzPts val="1800"/>
              <a:buNone/>
              <a:defRPr sz="1800"/>
            </a:lvl3pPr>
            <a:lvl4pPr indent="-228600" lvl="3" marL="1828800" algn="l">
              <a:spcBef>
                <a:spcPts val="300"/>
              </a:spcBef>
              <a:spcAft>
                <a:spcPts val="0"/>
              </a:spcAft>
              <a:buClr>
                <a:schemeClr val="dk1"/>
              </a:buClr>
              <a:buSzPts val="1700"/>
              <a:buNone/>
              <a:defRPr sz="1700"/>
            </a:lvl4pPr>
            <a:lvl5pPr indent="-228600" lvl="4" marL="2286000" algn="l">
              <a:spcBef>
                <a:spcPts val="300"/>
              </a:spcBef>
              <a:spcAft>
                <a:spcPts val="0"/>
              </a:spcAft>
              <a:buClr>
                <a:schemeClr val="dk1"/>
              </a:buClr>
              <a:buSzPts val="1700"/>
              <a:buNone/>
              <a:defRPr sz="1700"/>
            </a:lvl5pPr>
            <a:lvl6pPr indent="-228600" lvl="5" marL="2743200" algn="l">
              <a:spcBef>
                <a:spcPts val="300"/>
              </a:spcBef>
              <a:spcAft>
                <a:spcPts val="0"/>
              </a:spcAft>
              <a:buClr>
                <a:schemeClr val="dk1"/>
              </a:buClr>
              <a:buSzPts val="1700"/>
              <a:buNone/>
              <a:defRPr sz="1700"/>
            </a:lvl6pPr>
            <a:lvl7pPr indent="-228600" lvl="6" marL="3200400" algn="l">
              <a:spcBef>
                <a:spcPts val="300"/>
              </a:spcBef>
              <a:spcAft>
                <a:spcPts val="0"/>
              </a:spcAft>
              <a:buClr>
                <a:schemeClr val="dk1"/>
              </a:buClr>
              <a:buSzPts val="1700"/>
              <a:buNone/>
              <a:defRPr sz="1700"/>
            </a:lvl7pPr>
            <a:lvl8pPr indent="-228600" lvl="7" marL="3657600" algn="l">
              <a:spcBef>
                <a:spcPts val="300"/>
              </a:spcBef>
              <a:spcAft>
                <a:spcPts val="0"/>
              </a:spcAft>
              <a:buClr>
                <a:schemeClr val="dk1"/>
              </a:buClr>
              <a:buSzPts val="1700"/>
              <a:buNone/>
              <a:defRPr sz="1700"/>
            </a:lvl8pPr>
            <a:lvl9pPr indent="-228600" lvl="8" marL="4114800" algn="l">
              <a:spcBef>
                <a:spcPts val="300"/>
              </a:spcBef>
              <a:spcAft>
                <a:spcPts val="0"/>
              </a:spcAft>
              <a:buClr>
                <a:schemeClr val="dk1"/>
              </a:buClr>
              <a:buSzPts val="1700"/>
              <a:buNone/>
              <a:defRPr sz="1700"/>
            </a:lvl9pPr>
          </a:lstStyle>
          <a:p/>
        </p:txBody>
      </p:sp>
      <p:sp>
        <p:nvSpPr>
          <p:cNvPr id="140" name="Google Shape;140;g3c72d59a13d_0_600"/>
          <p:cNvSpPr txBox="1"/>
          <p:nvPr>
            <p:ph idx="10" type="dt"/>
          </p:nvPr>
        </p:nvSpPr>
        <p:spPr>
          <a:xfrm>
            <a:off x="914400" y="9534525"/>
            <a:ext cx="4267200" cy="547800"/>
          </a:xfrm>
          <a:prstGeom prst="rect">
            <a:avLst/>
          </a:prstGeom>
          <a:noFill/>
          <a:ln>
            <a:noFill/>
          </a:ln>
        </p:spPr>
        <p:txBody>
          <a:bodyPr anchorCtr="0" anchor="ctr" bIns="83775" lIns="167625" spcFirstLastPara="1" rIns="167625" wrap="square" tIns="83775">
            <a:noAutofit/>
          </a:bodyPr>
          <a:lstStyle>
            <a:lvl1pPr lvl="0" algn="l">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41" name="Google Shape;141;g3c72d59a13d_0_600"/>
          <p:cNvSpPr txBox="1"/>
          <p:nvPr>
            <p:ph idx="11" type="ftr"/>
          </p:nvPr>
        </p:nvSpPr>
        <p:spPr>
          <a:xfrm>
            <a:off x="6248400" y="9534525"/>
            <a:ext cx="5791200" cy="547800"/>
          </a:xfrm>
          <a:prstGeom prst="rect">
            <a:avLst/>
          </a:prstGeom>
          <a:noFill/>
          <a:ln>
            <a:noFill/>
          </a:ln>
        </p:spPr>
        <p:txBody>
          <a:bodyPr anchorCtr="0" anchor="ctr" bIns="83775" lIns="167625" spcFirstLastPara="1" rIns="167625" wrap="square" tIns="83775">
            <a:noAutofit/>
          </a:bodyPr>
          <a:lstStyle>
            <a:lvl1pPr lvl="0" algn="ctr">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42" name="Google Shape;142;g3c72d59a13d_0_600"/>
          <p:cNvSpPr txBox="1"/>
          <p:nvPr>
            <p:ph idx="12" type="sldNum"/>
          </p:nvPr>
        </p:nvSpPr>
        <p:spPr>
          <a:xfrm>
            <a:off x="13106400" y="9534525"/>
            <a:ext cx="4267200" cy="547800"/>
          </a:xfrm>
          <a:prstGeom prst="rect">
            <a:avLst/>
          </a:prstGeom>
          <a:noFill/>
          <a:ln>
            <a:noFill/>
          </a:ln>
        </p:spPr>
        <p:txBody>
          <a:bodyPr anchorCtr="0" anchor="ctr" bIns="83775" lIns="167625" spcFirstLastPara="1" rIns="167625" wrap="square" tIns="837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g3c72d59a13d_0_607"/>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lvl1pPr lvl="0" algn="ctr">
              <a:spcBef>
                <a:spcPts val="0"/>
              </a:spcBef>
              <a:spcAft>
                <a:spcPts val="0"/>
              </a:spcAft>
              <a:buClr>
                <a:schemeClr val="dk1"/>
              </a:buClr>
              <a:buSzPts val="33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145" name="Google Shape;145;g3c72d59a13d_0_607"/>
          <p:cNvSpPr txBox="1"/>
          <p:nvPr>
            <p:ph idx="1" type="body"/>
          </p:nvPr>
        </p:nvSpPr>
        <p:spPr>
          <a:xfrm rot="5400000">
            <a:off x="5749500" y="-2434800"/>
            <a:ext cx="6789000" cy="16459200"/>
          </a:xfrm>
          <a:prstGeom prst="rect">
            <a:avLst/>
          </a:prstGeom>
          <a:noFill/>
          <a:ln>
            <a:noFill/>
          </a:ln>
        </p:spPr>
        <p:txBody>
          <a:bodyPr anchorCtr="0" anchor="t" bIns="83775" lIns="167625" spcFirstLastPara="1" rIns="167625" wrap="square" tIns="83775">
            <a:normAutofit/>
          </a:bodyPr>
          <a:lstStyle>
            <a:lvl1pPr indent="-438150" lvl="0" marL="457200" algn="l">
              <a:spcBef>
                <a:spcPts val="700"/>
              </a:spcBef>
              <a:spcAft>
                <a:spcPts val="0"/>
              </a:spcAft>
              <a:buClr>
                <a:schemeClr val="dk1"/>
              </a:buClr>
              <a:buSzPts val="3300"/>
              <a:buChar char="•"/>
              <a:defRPr/>
            </a:lvl1pPr>
            <a:lvl2pPr indent="-438150" lvl="1" marL="914400" algn="l">
              <a:spcBef>
                <a:spcPts val="700"/>
              </a:spcBef>
              <a:spcAft>
                <a:spcPts val="0"/>
              </a:spcAft>
              <a:buClr>
                <a:schemeClr val="dk1"/>
              </a:buClr>
              <a:buSzPts val="3300"/>
              <a:buChar char="–"/>
              <a:defRPr/>
            </a:lvl2pPr>
            <a:lvl3pPr indent="-438150" lvl="2" marL="1371600" algn="l">
              <a:spcBef>
                <a:spcPts val="700"/>
              </a:spcBef>
              <a:spcAft>
                <a:spcPts val="0"/>
              </a:spcAft>
              <a:buClr>
                <a:schemeClr val="dk1"/>
              </a:buClr>
              <a:buSzPts val="3300"/>
              <a:buChar char="•"/>
              <a:defRPr/>
            </a:lvl3pPr>
            <a:lvl4pPr indent="-438150" lvl="3" marL="1828800" algn="l">
              <a:spcBef>
                <a:spcPts val="700"/>
              </a:spcBef>
              <a:spcAft>
                <a:spcPts val="0"/>
              </a:spcAft>
              <a:buClr>
                <a:schemeClr val="dk1"/>
              </a:buClr>
              <a:buSzPts val="3300"/>
              <a:buChar char="–"/>
              <a:defRPr/>
            </a:lvl4pPr>
            <a:lvl5pPr indent="-438150" lvl="4" marL="2286000" algn="l">
              <a:spcBef>
                <a:spcPts val="700"/>
              </a:spcBef>
              <a:spcAft>
                <a:spcPts val="0"/>
              </a:spcAft>
              <a:buClr>
                <a:schemeClr val="dk1"/>
              </a:buClr>
              <a:buSzPts val="3300"/>
              <a:buChar char="»"/>
              <a:defRPr/>
            </a:lvl5pPr>
            <a:lvl6pPr indent="-438150" lvl="5" marL="2743200" algn="l">
              <a:spcBef>
                <a:spcPts val="700"/>
              </a:spcBef>
              <a:spcAft>
                <a:spcPts val="0"/>
              </a:spcAft>
              <a:buClr>
                <a:schemeClr val="dk1"/>
              </a:buClr>
              <a:buSzPts val="3300"/>
              <a:buChar char="•"/>
              <a:defRPr/>
            </a:lvl6pPr>
            <a:lvl7pPr indent="-438150" lvl="6" marL="3200400" algn="l">
              <a:spcBef>
                <a:spcPts val="700"/>
              </a:spcBef>
              <a:spcAft>
                <a:spcPts val="0"/>
              </a:spcAft>
              <a:buClr>
                <a:schemeClr val="dk1"/>
              </a:buClr>
              <a:buSzPts val="3300"/>
              <a:buChar char="•"/>
              <a:defRPr/>
            </a:lvl7pPr>
            <a:lvl8pPr indent="-438150" lvl="7" marL="3657600" algn="l">
              <a:spcBef>
                <a:spcPts val="700"/>
              </a:spcBef>
              <a:spcAft>
                <a:spcPts val="0"/>
              </a:spcAft>
              <a:buClr>
                <a:schemeClr val="dk1"/>
              </a:buClr>
              <a:buSzPts val="3300"/>
              <a:buChar char="•"/>
              <a:defRPr/>
            </a:lvl8pPr>
            <a:lvl9pPr indent="-438150" lvl="8" marL="4114800" algn="l">
              <a:spcBef>
                <a:spcPts val="700"/>
              </a:spcBef>
              <a:spcAft>
                <a:spcPts val="0"/>
              </a:spcAft>
              <a:buClr>
                <a:schemeClr val="dk1"/>
              </a:buClr>
              <a:buSzPts val="3300"/>
              <a:buChar char="•"/>
              <a:defRPr/>
            </a:lvl9pPr>
          </a:lstStyle>
          <a:p/>
        </p:txBody>
      </p:sp>
      <p:sp>
        <p:nvSpPr>
          <p:cNvPr id="146" name="Google Shape;146;g3c72d59a13d_0_607"/>
          <p:cNvSpPr txBox="1"/>
          <p:nvPr>
            <p:ph idx="10" type="dt"/>
          </p:nvPr>
        </p:nvSpPr>
        <p:spPr>
          <a:xfrm>
            <a:off x="914400" y="9534525"/>
            <a:ext cx="4267200" cy="547800"/>
          </a:xfrm>
          <a:prstGeom prst="rect">
            <a:avLst/>
          </a:prstGeom>
          <a:noFill/>
          <a:ln>
            <a:noFill/>
          </a:ln>
        </p:spPr>
        <p:txBody>
          <a:bodyPr anchorCtr="0" anchor="ctr" bIns="83775" lIns="167625" spcFirstLastPara="1" rIns="167625" wrap="square" tIns="83775">
            <a:noAutofit/>
          </a:bodyPr>
          <a:lstStyle>
            <a:lvl1pPr lvl="0" algn="l">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47" name="Google Shape;147;g3c72d59a13d_0_607"/>
          <p:cNvSpPr txBox="1"/>
          <p:nvPr>
            <p:ph idx="11" type="ftr"/>
          </p:nvPr>
        </p:nvSpPr>
        <p:spPr>
          <a:xfrm>
            <a:off x="6248400" y="9534525"/>
            <a:ext cx="5791200" cy="547800"/>
          </a:xfrm>
          <a:prstGeom prst="rect">
            <a:avLst/>
          </a:prstGeom>
          <a:noFill/>
          <a:ln>
            <a:noFill/>
          </a:ln>
        </p:spPr>
        <p:txBody>
          <a:bodyPr anchorCtr="0" anchor="ctr" bIns="83775" lIns="167625" spcFirstLastPara="1" rIns="167625" wrap="square" tIns="83775">
            <a:noAutofit/>
          </a:bodyPr>
          <a:lstStyle>
            <a:lvl1pPr lvl="0" algn="ctr">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48" name="Google Shape;148;g3c72d59a13d_0_607"/>
          <p:cNvSpPr txBox="1"/>
          <p:nvPr>
            <p:ph idx="12" type="sldNum"/>
          </p:nvPr>
        </p:nvSpPr>
        <p:spPr>
          <a:xfrm>
            <a:off x="13106400" y="9534525"/>
            <a:ext cx="4267200" cy="547800"/>
          </a:xfrm>
          <a:prstGeom prst="rect">
            <a:avLst/>
          </a:prstGeom>
          <a:noFill/>
          <a:ln>
            <a:noFill/>
          </a:ln>
        </p:spPr>
        <p:txBody>
          <a:bodyPr anchorCtr="0" anchor="ctr" bIns="83775" lIns="167625" spcFirstLastPara="1" rIns="167625" wrap="square" tIns="837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g3c72d59a13d_0_613"/>
          <p:cNvSpPr txBox="1"/>
          <p:nvPr>
            <p:ph type="title"/>
          </p:nvPr>
        </p:nvSpPr>
        <p:spPr>
          <a:xfrm rot="5400000">
            <a:off x="10927500" y="2743257"/>
            <a:ext cx="8777400" cy="4114800"/>
          </a:xfrm>
          <a:prstGeom prst="rect">
            <a:avLst/>
          </a:prstGeom>
          <a:noFill/>
          <a:ln>
            <a:noFill/>
          </a:ln>
        </p:spPr>
        <p:txBody>
          <a:bodyPr anchorCtr="0" anchor="ctr" bIns="83775" lIns="167625" spcFirstLastPara="1" rIns="167625" wrap="square" tIns="83775">
            <a:normAutofit/>
          </a:bodyPr>
          <a:lstStyle>
            <a:lvl1pPr lvl="0" algn="ctr">
              <a:spcBef>
                <a:spcPts val="0"/>
              </a:spcBef>
              <a:spcAft>
                <a:spcPts val="0"/>
              </a:spcAft>
              <a:buClr>
                <a:schemeClr val="dk1"/>
              </a:buClr>
              <a:buSzPts val="33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151" name="Google Shape;151;g3c72d59a13d_0_613"/>
          <p:cNvSpPr txBox="1"/>
          <p:nvPr>
            <p:ph idx="1" type="body"/>
          </p:nvPr>
        </p:nvSpPr>
        <p:spPr>
          <a:xfrm rot="5400000">
            <a:off x="2545500" y="-1219143"/>
            <a:ext cx="8777400" cy="12039600"/>
          </a:xfrm>
          <a:prstGeom prst="rect">
            <a:avLst/>
          </a:prstGeom>
          <a:noFill/>
          <a:ln>
            <a:noFill/>
          </a:ln>
        </p:spPr>
        <p:txBody>
          <a:bodyPr anchorCtr="0" anchor="t" bIns="83775" lIns="167625" spcFirstLastPara="1" rIns="167625" wrap="square" tIns="83775">
            <a:normAutofit/>
          </a:bodyPr>
          <a:lstStyle>
            <a:lvl1pPr indent="-438150" lvl="0" marL="457200" algn="l">
              <a:spcBef>
                <a:spcPts val="700"/>
              </a:spcBef>
              <a:spcAft>
                <a:spcPts val="0"/>
              </a:spcAft>
              <a:buClr>
                <a:schemeClr val="dk1"/>
              </a:buClr>
              <a:buSzPts val="3300"/>
              <a:buChar char="•"/>
              <a:defRPr/>
            </a:lvl1pPr>
            <a:lvl2pPr indent="-438150" lvl="1" marL="914400" algn="l">
              <a:spcBef>
                <a:spcPts val="700"/>
              </a:spcBef>
              <a:spcAft>
                <a:spcPts val="0"/>
              </a:spcAft>
              <a:buClr>
                <a:schemeClr val="dk1"/>
              </a:buClr>
              <a:buSzPts val="3300"/>
              <a:buChar char="–"/>
              <a:defRPr/>
            </a:lvl2pPr>
            <a:lvl3pPr indent="-438150" lvl="2" marL="1371600" algn="l">
              <a:spcBef>
                <a:spcPts val="700"/>
              </a:spcBef>
              <a:spcAft>
                <a:spcPts val="0"/>
              </a:spcAft>
              <a:buClr>
                <a:schemeClr val="dk1"/>
              </a:buClr>
              <a:buSzPts val="3300"/>
              <a:buChar char="•"/>
              <a:defRPr/>
            </a:lvl3pPr>
            <a:lvl4pPr indent="-438150" lvl="3" marL="1828800" algn="l">
              <a:spcBef>
                <a:spcPts val="700"/>
              </a:spcBef>
              <a:spcAft>
                <a:spcPts val="0"/>
              </a:spcAft>
              <a:buClr>
                <a:schemeClr val="dk1"/>
              </a:buClr>
              <a:buSzPts val="3300"/>
              <a:buChar char="–"/>
              <a:defRPr/>
            </a:lvl4pPr>
            <a:lvl5pPr indent="-438150" lvl="4" marL="2286000" algn="l">
              <a:spcBef>
                <a:spcPts val="700"/>
              </a:spcBef>
              <a:spcAft>
                <a:spcPts val="0"/>
              </a:spcAft>
              <a:buClr>
                <a:schemeClr val="dk1"/>
              </a:buClr>
              <a:buSzPts val="3300"/>
              <a:buChar char="»"/>
              <a:defRPr/>
            </a:lvl5pPr>
            <a:lvl6pPr indent="-438150" lvl="5" marL="2743200" algn="l">
              <a:spcBef>
                <a:spcPts val="700"/>
              </a:spcBef>
              <a:spcAft>
                <a:spcPts val="0"/>
              </a:spcAft>
              <a:buClr>
                <a:schemeClr val="dk1"/>
              </a:buClr>
              <a:buSzPts val="3300"/>
              <a:buChar char="•"/>
              <a:defRPr/>
            </a:lvl6pPr>
            <a:lvl7pPr indent="-438150" lvl="6" marL="3200400" algn="l">
              <a:spcBef>
                <a:spcPts val="700"/>
              </a:spcBef>
              <a:spcAft>
                <a:spcPts val="0"/>
              </a:spcAft>
              <a:buClr>
                <a:schemeClr val="dk1"/>
              </a:buClr>
              <a:buSzPts val="3300"/>
              <a:buChar char="•"/>
              <a:defRPr/>
            </a:lvl7pPr>
            <a:lvl8pPr indent="-438150" lvl="7" marL="3657600" algn="l">
              <a:spcBef>
                <a:spcPts val="700"/>
              </a:spcBef>
              <a:spcAft>
                <a:spcPts val="0"/>
              </a:spcAft>
              <a:buClr>
                <a:schemeClr val="dk1"/>
              </a:buClr>
              <a:buSzPts val="3300"/>
              <a:buChar char="•"/>
              <a:defRPr/>
            </a:lvl8pPr>
            <a:lvl9pPr indent="-438150" lvl="8" marL="4114800" algn="l">
              <a:spcBef>
                <a:spcPts val="700"/>
              </a:spcBef>
              <a:spcAft>
                <a:spcPts val="0"/>
              </a:spcAft>
              <a:buClr>
                <a:schemeClr val="dk1"/>
              </a:buClr>
              <a:buSzPts val="3300"/>
              <a:buChar char="•"/>
              <a:defRPr/>
            </a:lvl9pPr>
          </a:lstStyle>
          <a:p/>
        </p:txBody>
      </p:sp>
      <p:sp>
        <p:nvSpPr>
          <p:cNvPr id="152" name="Google Shape;152;g3c72d59a13d_0_613"/>
          <p:cNvSpPr txBox="1"/>
          <p:nvPr>
            <p:ph idx="10" type="dt"/>
          </p:nvPr>
        </p:nvSpPr>
        <p:spPr>
          <a:xfrm>
            <a:off x="914400" y="9534525"/>
            <a:ext cx="4267200" cy="547800"/>
          </a:xfrm>
          <a:prstGeom prst="rect">
            <a:avLst/>
          </a:prstGeom>
          <a:noFill/>
          <a:ln>
            <a:noFill/>
          </a:ln>
        </p:spPr>
        <p:txBody>
          <a:bodyPr anchorCtr="0" anchor="ctr" bIns="83775" lIns="167625" spcFirstLastPara="1" rIns="167625" wrap="square" tIns="83775">
            <a:noAutofit/>
          </a:bodyPr>
          <a:lstStyle>
            <a:lvl1pPr lvl="0" algn="l">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53" name="Google Shape;153;g3c72d59a13d_0_613"/>
          <p:cNvSpPr txBox="1"/>
          <p:nvPr>
            <p:ph idx="11" type="ftr"/>
          </p:nvPr>
        </p:nvSpPr>
        <p:spPr>
          <a:xfrm>
            <a:off x="6248400" y="9534525"/>
            <a:ext cx="5791200" cy="547800"/>
          </a:xfrm>
          <a:prstGeom prst="rect">
            <a:avLst/>
          </a:prstGeom>
          <a:noFill/>
          <a:ln>
            <a:noFill/>
          </a:ln>
        </p:spPr>
        <p:txBody>
          <a:bodyPr anchorCtr="0" anchor="ctr" bIns="83775" lIns="167625" spcFirstLastPara="1" rIns="167625" wrap="square" tIns="83775">
            <a:noAutofit/>
          </a:bodyPr>
          <a:lstStyle>
            <a:lvl1pPr lvl="0" algn="ctr">
              <a:spcBef>
                <a:spcPts val="0"/>
              </a:spcBef>
              <a:spcAft>
                <a:spcPts val="0"/>
              </a:spcAft>
              <a:buSzPts val="2600"/>
              <a:buNone/>
              <a:defRPr/>
            </a:lvl1pPr>
            <a:lvl2pPr lvl="1" algn="l">
              <a:spcBef>
                <a:spcPts val="0"/>
              </a:spcBef>
              <a:spcAft>
                <a:spcPts val="0"/>
              </a:spcAft>
              <a:buSzPts val="2600"/>
              <a:buNone/>
              <a:defRPr/>
            </a:lvl2pPr>
            <a:lvl3pPr lvl="2" algn="l">
              <a:spcBef>
                <a:spcPts val="0"/>
              </a:spcBef>
              <a:spcAft>
                <a:spcPts val="0"/>
              </a:spcAft>
              <a:buSzPts val="2600"/>
              <a:buNone/>
              <a:defRPr/>
            </a:lvl3pPr>
            <a:lvl4pPr lvl="3" algn="l">
              <a:spcBef>
                <a:spcPts val="0"/>
              </a:spcBef>
              <a:spcAft>
                <a:spcPts val="0"/>
              </a:spcAft>
              <a:buSzPts val="2600"/>
              <a:buNone/>
              <a:defRPr/>
            </a:lvl4pPr>
            <a:lvl5pPr lvl="4" algn="l">
              <a:spcBef>
                <a:spcPts val="0"/>
              </a:spcBef>
              <a:spcAft>
                <a:spcPts val="0"/>
              </a:spcAft>
              <a:buSzPts val="2600"/>
              <a:buNone/>
              <a:defRPr/>
            </a:lvl5pPr>
            <a:lvl6pPr lvl="5" algn="l">
              <a:spcBef>
                <a:spcPts val="0"/>
              </a:spcBef>
              <a:spcAft>
                <a:spcPts val="0"/>
              </a:spcAft>
              <a:buSzPts val="2600"/>
              <a:buNone/>
              <a:defRPr/>
            </a:lvl6pPr>
            <a:lvl7pPr lvl="6" algn="l">
              <a:spcBef>
                <a:spcPts val="0"/>
              </a:spcBef>
              <a:spcAft>
                <a:spcPts val="0"/>
              </a:spcAft>
              <a:buSzPts val="2600"/>
              <a:buNone/>
              <a:defRPr/>
            </a:lvl7pPr>
            <a:lvl8pPr lvl="7" algn="l">
              <a:spcBef>
                <a:spcPts val="0"/>
              </a:spcBef>
              <a:spcAft>
                <a:spcPts val="0"/>
              </a:spcAft>
              <a:buSzPts val="2600"/>
              <a:buNone/>
              <a:defRPr/>
            </a:lvl8pPr>
            <a:lvl9pPr lvl="8" algn="l">
              <a:spcBef>
                <a:spcPts val="0"/>
              </a:spcBef>
              <a:spcAft>
                <a:spcPts val="0"/>
              </a:spcAft>
              <a:buSzPts val="2600"/>
              <a:buNone/>
              <a:defRPr/>
            </a:lvl9pPr>
          </a:lstStyle>
          <a:p/>
        </p:txBody>
      </p:sp>
      <p:sp>
        <p:nvSpPr>
          <p:cNvPr id="154" name="Google Shape;154;g3c72d59a13d_0_613"/>
          <p:cNvSpPr txBox="1"/>
          <p:nvPr>
            <p:ph idx="12" type="sldNum"/>
          </p:nvPr>
        </p:nvSpPr>
        <p:spPr>
          <a:xfrm>
            <a:off x="13106400" y="9534525"/>
            <a:ext cx="4267200" cy="547800"/>
          </a:xfrm>
          <a:prstGeom prst="rect">
            <a:avLst/>
          </a:prstGeom>
          <a:noFill/>
          <a:ln>
            <a:noFill/>
          </a:ln>
        </p:spPr>
        <p:txBody>
          <a:bodyPr anchorCtr="0" anchor="ctr" bIns="83775" lIns="167625" spcFirstLastPara="1" rIns="167625" wrap="square" tIns="837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g3c72d59a13d_0_544"/>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lvl1pPr lvl="0" marR="0" algn="ctr">
              <a:spcBef>
                <a:spcPts val="0"/>
              </a:spcBef>
              <a:spcAft>
                <a:spcPts val="0"/>
              </a:spcAft>
              <a:buClr>
                <a:schemeClr val="dk1"/>
              </a:buClr>
              <a:buSzPts val="8100"/>
              <a:buFont typeface="Calibri"/>
              <a:buNone/>
              <a:defRPr b="0" i="0" sz="8100" u="none" cap="none" strike="noStrike">
                <a:solidFill>
                  <a:schemeClr val="dk1"/>
                </a:solidFill>
                <a:latin typeface="Calibri"/>
                <a:ea typeface="Calibri"/>
                <a:cs typeface="Calibri"/>
                <a:sym typeface="Calibri"/>
              </a:defRPr>
            </a:lvl1pPr>
            <a:lvl2pPr lvl="1">
              <a:spcBef>
                <a:spcPts val="0"/>
              </a:spcBef>
              <a:spcAft>
                <a:spcPts val="0"/>
              </a:spcAft>
              <a:buSzPts val="2600"/>
              <a:buNone/>
              <a:defRPr sz="3300"/>
            </a:lvl2pPr>
            <a:lvl3pPr lvl="2">
              <a:spcBef>
                <a:spcPts val="0"/>
              </a:spcBef>
              <a:spcAft>
                <a:spcPts val="0"/>
              </a:spcAft>
              <a:buSzPts val="2600"/>
              <a:buNone/>
              <a:defRPr sz="3300"/>
            </a:lvl3pPr>
            <a:lvl4pPr lvl="3">
              <a:spcBef>
                <a:spcPts val="0"/>
              </a:spcBef>
              <a:spcAft>
                <a:spcPts val="0"/>
              </a:spcAft>
              <a:buSzPts val="2600"/>
              <a:buNone/>
              <a:defRPr sz="3300"/>
            </a:lvl4pPr>
            <a:lvl5pPr lvl="4">
              <a:spcBef>
                <a:spcPts val="0"/>
              </a:spcBef>
              <a:spcAft>
                <a:spcPts val="0"/>
              </a:spcAft>
              <a:buSzPts val="2600"/>
              <a:buNone/>
              <a:defRPr sz="3300"/>
            </a:lvl5pPr>
            <a:lvl6pPr lvl="5">
              <a:spcBef>
                <a:spcPts val="0"/>
              </a:spcBef>
              <a:spcAft>
                <a:spcPts val="0"/>
              </a:spcAft>
              <a:buSzPts val="2600"/>
              <a:buNone/>
              <a:defRPr sz="3300"/>
            </a:lvl6pPr>
            <a:lvl7pPr lvl="6">
              <a:spcBef>
                <a:spcPts val="0"/>
              </a:spcBef>
              <a:spcAft>
                <a:spcPts val="0"/>
              </a:spcAft>
              <a:buSzPts val="2600"/>
              <a:buNone/>
              <a:defRPr sz="3300"/>
            </a:lvl7pPr>
            <a:lvl8pPr lvl="7">
              <a:spcBef>
                <a:spcPts val="0"/>
              </a:spcBef>
              <a:spcAft>
                <a:spcPts val="0"/>
              </a:spcAft>
              <a:buSzPts val="2600"/>
              <a:buNone/>
              <a:defRPr sz="3300"/>
            </a:lvl8pPr>
            <a:lvl9pPr lvl="8">
              <a:spcBef>
                <a:spcPts val="0"/>
              </a:spcBef>
              <a:spcAft>
                <a:spcPts val="0"/>
              </a:spcAft>
              <a:buSzPts val="2600"/>
              <a:buNone/>
              <a:defRPr sz="3300"/>
            </a:lvl9pPr>
          </a:lstStyle>
          <a:p/>
        </p:txBody>
      </p:sp>
      <p:sp>
        <p:nvSpPr>
          <p:cNvPr id="82" name="Google Shape;82;g3c72d59a13d_0_544"/>
          <p:cNvSpPr txBox="1"/>
          <p:nvPr>
            <p:ph idx="1" type="body"/>
          </p:nvPr>
        </p:nvSpPr>
        <p:spPr>
          <a:xfrm>
            <a:off x="914400" y="2400300"/>
            <a:ext cx="16459200" cy="6789000"/>
          </a:xfrm>
          <a:prstGeom prst="rect">
            <a:avLst/>
          </a:prstGeom>
          <a:noFill/>
          <a:ln>
            <a:noFill/>
          </a:ln>
        </p:spPr>
        <p:txBody>
          <a:bodyPr anchorCtr="0" anchor="t" bIns="83775" lIns="167625" spcFirstLastPara="1" rIns="167625" wrap="square" tIns="83775">
            <a:normAutofit/>
          </a:bodyPr>
          <a:lstStyle>
            <a:lvl1pPr indent="-603250" lvl="0" marL="457200" marR="0" algn="l">
              <a:spcBef>
                <a:spcPts val="1200"/>
              </a:spcBef>
              <a:spcAft>
                <a:spcPts val="0"/>
              </a:spcAft>
              <a:buClr>
                <a:schemeClr val="dk1"/>
              </a:buClr>
              <a:buSzPts val="5900"/>
              <a:buFont typeface="Arial"/>
              <a:buChar char="•"/>
              <a:defRPr b="0" i="0" sz="5900" u="none" cap="none" strike="noStrike">
                <a:solidFill>
                  <a:schemeClr val="dk1"/>
                </a:solidFill>
                <a:latin typeface="Calibri"/>
                <a:ea typeface="Calibri"/>
                <a:cs typeface="Calibri"/>
                <a:sym typeface="Calibri"/>
              </a:defRPr>
            </a:lvl1pPr>
            <a:lvl2pPr indent="-552450" lvl="1" marL="914400" marR="0" algn="l">
              <a:spcBef>
                <a:spcPts val="1000"/>
              </a:spcBef>
              <a:spcAft>
                <a:spcPts val="0"/>
              </a:spcAft>
              <a:buClr>
                <a:schemeClr val="dk1"/>
              </a:buClr>
              <a:buSzPts val="5100"/>
              <a:buFont typeface="Arial"/>
              <a:buChar char="–"/>
              <a:defRPr b="0" i="0" sz="5100" u="none" cap="none" strike="noStrike">
                <a:solidFill>
                  <a:schemeClr val="dk1"/>
                </a:solidFill>
                <a:latin typeface="Calibri"/>
                <a:ea typeface="Calibri"/>
                <a:cs typeface="Calibri"/>
                <a:sym typeface="Calibri"/>
              </a:defRPr>
            </a:lvl2pPr>
            <a:lvl3pPr indent="-508000" lvl="2" marL="1371600" marR="0" algn="l">
              <a:spcBef>
                <a:spcPts val="900"/>
              </a:spcBef>
              <a:spcAft>
                <a:spcPts val="0"/>
              </a:spcAft>
              <a:buClr>
                <a:schemeClr val="dk1"/>
              </a:buClr>
              <a:buSzPts val="4400"/>
              <a:buFont typeface="Arial"/>
              <a:buChar char="•"/>
              <a:defRPr b="0" i="0" sz="4400" u="none" cap="none" strike="noStrike">
                <a:solidFill>
                  <a:schemeClr val="dk1"/>
                </a:solidFill>
                <a:latin typeface="Calibri"/>
                <a:ea typeface="Calibri"/>
                <a:cs typeface="Calibri"/>
                <a:sym typeface="Calibri"/>
              </a:defRPr>
            </a:lvl3pPr>
            <a:lvl4pPr indent="-463550" lvl="3" marL="1828800" marR="0" algn="l">
              <a:spcBef>
                <a:spcPts val="700"/>
              </a:spcBef>
              <a:spcAft>
                <a:spcPts val="0"/>
              </a:spcAft>
              <a:buClr>
                <a:schemeClr val="dk1"/>
              </a:buClr>
              <a:buSzPts val="3700"/>
              <a:buFont typeface="Arial"/>
              <a:buChar char="–"/>
              <a:defRPr b="0" i="0" sz="3700" u="none" cap="none" strike="noStrike">
                <a:solidFill>
                  <a:schemeClr val="dk1"/>
                </a:solidFill>
                <a:latin typeface="Calibri"/>
                <a:ea typeface="Calibri"/>
                <a:cs typeface="Calibri"/>
                <a:sym typeface="Calibri"/>
              </a:defRPr>
            </a:lvl4pPr>
            <a:lvl5pPr indent="-463550" lvl="4" marL="2286000" marR="0" algn="l">
              <a:spcBef>
                <a:spcPts val="700"/>
              </a:spcBef>
              <a:spcAft>
                <a:spcPts val="0"/>
              </a:spcAft>
              <a:buClr>
                <a:schemeClr val="dk1"/>
              </a:buClr>
              <a:buSzPts val="3700"/>
              <a:buFont typeface="Arial"/>
              <a:buChar char="»"/>
              <a:defRPr b="0" i="0" sz="3700" u="none" cap="none" strike="noStrike">
                <a:solidFill>
                  <a:schemeClr val="dk1"/>
                </a:solidFill>
                <a:latin typeface="Calibri"/>
                <a:ea typeface="Calibri"/>
                <a:cs typeface="Calibri"/>
                <a:sym typeface="Calibri"/>
              </a:defRPr>
            </a:lvl5pPr>
            <a:lvl6pPr indent="-463550" lvl="5" marL="2743200" marR="0" algn="l">
              <a:spcBef>
                <a:spcPts val="700"/>
              </a:spcBef>
              <a:spcAft>
                <a:spcPts val="0"/>
              </a:spcAft>
              <a:buClr>
                <a:schemeClr val="dk1"/>
              </a:buClr>
              <a:buSzPts val="3700"/>
              <a:buFont typeface="Arial"/>
              <a:buChar char="•"/>
              <a:defRPr b="0" i="0" sz="3700" u="none" cap="none" strike="noStrike">
                <a:solidFill>
                  <a:schemeClr val="dk1"/>
                </a:solidFill>
                <a:latin typeface="Calibri"/>
                <a:ea typeface="Calibri"/>
                <a:cs typeface="Calibri"/>
                <a:sym typeface="Calibri"/>
              </a:defRPr>
            </a:lvl6pPr>
            <a:lvl7pPr indent="-463550" lvl="6" marL="3200400" marR="0" algn="l">
              <a:spcBef>
                <a:spcPts val="700"/>
              </a:spcBef>
              <a:spcAft>
                <a:spcPts val="0"/>
              </a:spcAft>
              <a:buClr>
                <a:schemeClr val="dk1"/>
              </a:buClr>
              <a:buSzPts val="3700"/>
              <a:buFont typeface="Arial"/>
              <a:buChar char="•"/>
              <a:defRPr b="0" i="0" sz="3700" u="none" cap="none" strike="noStrike">
                <a:solidFill>
                  <a:schemeClr val="dk1"/>
                </a:solidFill>
                <a:latin typeface="Calibri"/>
                <a:ea typeface="Calibri"/>
                <a:cs typeface="Calibri"/>
                <a:sym typeface="Calibri"/>
              </a:defRPr>
            </a:lvl7pPr>
            <a:lvl8pPr indent="-463550" lvl="7" marL="3657600" marR="0" algn="l">
              <a:spcBef>
                <a:spcPts val="700"/>
              </a:spcBef>
              <a:spcAft>
                <a:spcPts val="0"/>
              </a:spcAft>
              <a:buClr>
                <a:schemeClr val="dk1"/>
              </a:buClr>
              <a:buSzPts val="3700"/>
              <a:buFont typeface="Arial"/>
              <a:buChar char="•"/>
              <a:defRPr b="0" i="0" sz="3700" u="none" cap="none" strike="noStrike">
                <a:solidFill>
                  <a:schemeClr val="dk1"/>
                </a:solidFill>
                <a:latin typeface="Calibri"/>
                <a:ea typeface="Calibri"/>
                <a:cs typeface="Calibri"/>
                <a:sym typeface="Calibri"/>
              </a:defRPr>
            </a:lvl8pPr>
            <a:lvl9pPr indent="-463550" lvl="8" marL="4114800" marR="0" algn="l">
              <a:spcBef>
                <a:spcPts val="700"/>
              </a:spcBef>
              <a:spcAft>
                <a:spcPts val="0"/>
              </a:spcAft>
              <a:buClr>
                <a:schemeClr val="dk1"/>
              </a:buClr>
              <a:buSzPts val="3700"/>
              <a:buFont typeface="Arial"/>
              <a:buChar char="•"/>
              <a:defRPr b="0" i="0" sz="3700" u="none" cap="none" strike="noStrike">
                <a:solidFill>
                  <a:schemeClr val="dk1"/>
                </a:solidFill>
                <a:latin typeface="Calibri"/>
                <a:ea typeface="Calibri"/>
                <a:cs typeface="Calibri"/>
                <a:sym typeface="Calibri"/>
              </a:defRPr>
            </a:lvl9pPr>
          </a:lstStyle>
          <a:p/>
        </p:txBody>
      </p:sp>
      <p:sp>
        <p:nvSpPr>
          <p:cNvPr id="83" name="Google Shape;83;g3c72d59a13d_0_544"/>
          <p:cNvSpPr txBox="1"/>
          <p:nvPr>
            <p:ph idx="10" type="dt"/>
          </p:nvPr>
        </p:nvSpPr>
        <p:spPr>
          <a:xfrm>
            <a:off x="914400" y="9534525"/>
            <a:ext cx="4267200" cy="547800"/>
          </a:xfrm>
          <a:prstGeom prst="rect">
            <a:avLst/>
          </a:prstGeom>
          <a:noFill/>
          <a:ln>
            <a:noFill/>
          </a:ln>
        </p:spPr>
        <p:txBody>
          <a:bodyPr anchorCtr="0" anchor="ctr" bIns="83775" lIns="167625" spcFirstLastPara="1" rIns="167625" wrap="square" tIns="83775">
            <a:noAutofit/>
          </a:bodyPr>
          <a:lstStyle>
            <a:lvl1pPr lvl="0" marR="0" algn="l">
              <a:spcBef>
                <a:spcPts val="0"/>
              </a:spcBef>
              <a:spcAft>
                <a:spcPts val="0"/>
              </a:spcAft>
              <a:buSzPts val="2600"/>
              <a:buNone/>
              <a:defRPr b="0" i="0" sz="2200" u="none" cap="none" strike="noStrike">
                <a:solidFill>
                  <a:srgbClr val="888888"/>
                </a:solidFill>
                <a:latin typeface="Calibri"/>
                <a:ea typeface="Calibri"/>
                <a:cs typeface="Calibri"/>
                <a:sym typeface="Calibri"/>
              </a:defRPr>
            </a:lvl1pPr>
            <a:lvl2pPr lvl="1"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2pPr>
            <a:lvl3pPr lvl="2"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3pPr>
            <a:lvl4pPr lvl="3"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4pPr>
            <a:lvl5pPr lvl="4"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5pPr>
            <a:lvl6pPr lvl="5"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6pPr>
            <a:lvl7pPr lvl="6"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7pPr>
            <a:lvl8pPr lvl="7"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8pPr>
            <a:lvl9pPr lvl="8"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9pPr>
          </a:lstStyle>
          <a:p/>
        </p:txBody>
      </p:sp>
      <p:sp>
        <p:nvSpPr>
          <p:cNvPr id="84" name="Google Shape;84;g3c72d59a13d_0_544"/>
          <p:cNvSpPr txBox="1"/>
          <p:nvPr>
            <p:ph idx="11" type="ftr"/>
          </p:nvPr>
        </p:nvSpPr>
        <p:spPr>
          <a:xfrm>
            <a:off x="6248400" y="9534525"/>
            <a:ext cx="5791200" cy="547800"/>
          </a:xfrm>
          <a:prstGeom prst="rect">
            <a:avLst/>
          </a:prstGeom>
          <a:noFill/>
          <a:ln>
            <a:noFill/>
          </a:ln>
        </p:spPr>
        <p:txBody>
          <a:bodyPr anchorCtr="0" anchor="ctr" bIns="83775" lIns="167625" spcFirstLastPara="1" rIns="167625" wrap="square" tIns="83775">
            <a:noAutofit/>
          </a:bodyPr>
          <a:lstStyle>
            <a:lvl1pPr lvl="0" marR="0" algn="ctr">
              <a:spcBef>
                <a:spcPts val="0"/>
              </a:spcBef>
              <a:spcAft>
                <a:spcPts val="0"/>
              </a:spcAft>
              <a:buSzPts val="2600"/>
              <a:buNone/>
              <a:defRPr b="0" i="0" sz="2200" u="none" cap="none" strike="noStrike">
                <a:solidFill>
                  <a:srgbClr val="888888"/>
                </a:solidFill>
                <a:latin typeface="Calibri"/>
                <a:ea typeface="Calibri"/>
                <a:cs typeface="Calibri"/>
                <a:sym typeface="Calibri"/>
              </a:defRPr>
            </a:lvl1pPr>
            <a:lvl2pPr lvl="1"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2pPr>
            <a:lvl3pPr lvl="2"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3pPr>
            <a:lvl4pPr lvl="3"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4pPr>
            <a:lvl5pPr lvl="4"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5pPr>
            <a:lvl6pPr lvl="5"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6pPr>
            <a:lvl7pPr lvl="6"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7pPr>
            <a:lvl8pPr lvl="7"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8pPr>
            <a:lvl9pPr lvl="8" marR="0" algn="l">
              <a:spcBef>
                <a:spcPts val="0"/>
              </a:spcBef>
              <a:spcAft>
                <a:spcPts val="0"/>
              </a:spcAft>
              <a:buSzPts val="2600"/>
              <a:buNone/>
              <a:defRPr b="0" i="0" sz="3300" u="none" cap="none" strike="noStrike">
                <a:solidFill>
                  <a:schemeClr val="dk1"/>
                </a:solidFill>
                <a:latin typeface="Calibri"/>
                <a:ea typeface="Calibri"/>
                <a:cs typeface="Calibri"/>
                <a:sym typeface="Calibri"/>
              </a:defRPr>
            </a:lvl9pPr>
          </a:lstStyle>
          <a:p/>
        </p:txBody>
      </p:sp>
      <p:sp>
        <p:nvSpPr>
          <p:cNvPr id="85" name="Google Shape;85;g3c72d59a13d_0_544"/>
          <p:cNvSpPr txBox="1"/>
          <p:nvPr>
            <p:ph idx="12" type="sldNum"/>
          </p:nvPr>
        </p:nvSpPr>
        <p:spPr>
          <a:xfrm>
            <a:off x="13106400" y="9534525"/>
            <a:ext cx="4267200" cy="547800"/>
          </a:xfrm>
          <a:prstGeom prst="rect">
            <a:avLst/>
          </a:prstGeom>
          <a:noFill/>
          <a:ln>
            <a:noFill/>
          </a:ln>
        </p:spPr>
        <p:txBody>
          <a:bodyPr anchorCtr="0" anchor="ctr" bIns="83775" lIns="167625" spcFirstLastPara="1" rIns="167625" wrap="square" tIns="83775">
            <a:noAutofit/>
          </a:bodyPr>
          <a:lstStyle>
            <a:lvl1pPr indent="0" lvl="0" marL="0" marR="0" algn="r">
              <a:spcBef>
                <a:spcPts val="0"/>
              </a:spcBef>
              <a:buNone/>
              <a:defRPr b="0" i="0" sz="2200" u="none" cap="none" strike="noStrike">
                <a:solidFill>
                  <a:srgbClr val="888888"/>
                </a:solidFill>
                <a:latin typeface="Calibri"/>
                <a:ea typeface="Calibri"/>
                <a:cs typeface="Calibri"/>
                <a:sym typeface="Calibri"/>
              </a:defRPr>
            </a:lvl1pPr>
            <a:lvl2pPr indent="0" lvl="1" marL="0" marR="0" algn="r">
              <a:spcBef>
                <a:spcPts val="0"/>
              </a:spcBef>
              <a:buNone/>
              <a:defRPr b="0" i="0" sz="2200" u="none" cap="none" strike="noStrike">
                <a:solidFill>
                  <a:srgbClr val="888888"/>
                </a:solidFill>
                <a:latin typeface="Calibri"/>
                <a:ea typeface="Calibri"/>
                <a:cs typeface="Calibri"/>
                <a:sym typeface="Calibri"/>
              </a:defRPr>
            </a:lvl2pPr>
            <a:lvl3pPr indent="0" lvl="2" marL="0" marR="0" algn="r">
              <a:spcBef>
                <a:spcPts val="0"/>
              </a:spcBef>
              <a:buNone/>
              <a:defRPr b="0" i="0" sz="2200" u="none" cap="none" strike="noStrike">
                <a:solidFill>
                  <a:srgbClr val="888888"/>
                </a:solidFill>
                <a:latin typeface="Calibri"/>
                <a:ea typeface="Calibri"/>
                <a:cs typeface="Calibri"/>
                <a:sym typeface="Calibri"/>
              </a:defRPr>
            </a:lvl3pPr>
            <a:lvl4pPr indent="0" lvl="3" marL="0" marR="0" algn="r">
              <a:spcBef>
                <a:spcPts val="0"/>
              </a:spcBef>
              <a:buNone/>
              <a:defRPr b="0" i="0" sz="2200" u="none" cap="none" strike="noStrike">
                <a:solidFill>
                  <a:srgbClr val="888888"/>
                </a:solidFill>
                <a:latin typeface="Calibri"/>
                <a:ea typeface="Calibri"/>
                <a:cs typeface="Calibri"/>
                <a:sym typeface="Calibri"/>
              </a:defRPr>
            </a:lvl4pPr>
            <a:lvl5pPr indent="0" lvl="4" marL="0" marR="0" algn="r">
              <a:spcBef>
                <a:spcPts val="0"/>
              </a:spcBef>
              <a:buNone/>
              <a:defRPr b="0" i="0" sz="2200" u="none" cap="none" strike="noStrike">
                <a:solidFill>
                  <a:srgbClr val="888888"/>
                </a:solidFill>
                <a:latin typeface="Calibri"/>
                <a:ea typeface="Calibri"/>
                <a:cs typeface="Calibri"/>
                <a:sym typeface="Calibri"/>
              </a:defRPr>
            </a:lvl5pPr>
            <a:lvl6pPr indent="0" lvl="5" marL="0" marR="0" algn="r">
              <a:spcBef>
                <a:spcPts val="0"/>
              </a:spcBef>
              <a:buNone/>
              <a:defRPr b="0" i="0" sz="2200" u="none" cap="none" strike="noStrike">
                <a:solidFill>
                  <a:srgbClr val="888888"/>
                </a:solidFill>
                <a:latin typeface="Calibri"/>
                <a:ea typeface="Calibri"/>
                <a:cs typeface="Calibri"/>
                <a:sym typeface="Calibri"/>
              </a:defRPr>
            </a:lvl6pPr>
            <a:lvl7pPr indent="0" lvl="6" marL="0" marR="0" algn="r">
              <a:spcBef>
                <a:spcPts val="0"/>
              </a:spcBef>
              <a:buNone/>
              <a:defRPr b="0" i="0" sz="2200" u="none" cap="none" strike="noStrike">
                <a:solidFill>
                  <a:srgbClr val="888888"/>
                </a:solidFill>
                <a:latin typeface="Calibri"/>
                <a:ea typeface="Calibri"/>
                <a:cs typeface="Calibri"/>
                <a:sym typeface="Calibri"/>
              </a:defRPr>
            </a:lvl7pPr>
            <a:lvl8pPr indent="0" lvl="7" marL="0" marR="0" algn="r">
              <a:spcBef>
                <a:spcPts val="0"/>
              </a:spcBef>
              <a:buNone/>
              <a:defRPr b="0" i="0" sz="2200" u="none" cap="none" strike="noStrike">
                <a:solidFill>
                  <a:srgbClr val="888888"/>
                </a:solidFill>
                <a:latin typeface="Calibri"/>
                <a:ea typeface="Calibri"/>
                <a:cs typeface="Calibri"/>
                <a:sym typeface="Calibri"/>
              </a:defRPr>
            </a:lvl8pPr>
            <a:lvl9pPr indent="0" lvl="8" marL="0" marR="0" algn="r">
              <a:spcBef>
                <a:spcPts val="0"/>
              </a:spcBef>
              <a:buNone/>
              <a:defRPr b="0" i="0" sz="2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2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22.png"/><Relationship Id="rId4" Type="http://schemas.openxmlformats.org/officeDocument/2006/relationships/image" Target="../media/image3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6.png"/><Relationship Id="rId4" Type="http://schemas.openxmlformats.org/officeDocument/2006/relationships/image" Target="../media/image2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49.png"/><Relationship Id="rId4" Type="http://schemas.openxmlformats.org/officeDocument/2006/relationships/image" Target="../media/image4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35.png"/><Relationship Id="rId4" Type="http://schemas.openxmlformats.org/officeDocument/2006/relationships/image" Target="../media/image43.png"/><Relationship Id="rId5" Type="http://schemas.openxmlformats.org/officeDocument/2006/relationships/image" Target="../media/image3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5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21.jpg"/><Relationship Id="rId4" Type="http://schemas.openxmlformats.org/officeDocument/2006/relationships/image" Target="../media/image23.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24.jpg"/><Relationship Id="rId4" Type="http://schemas.openxmlformats.org/officeDocument/2006/relationships/image" Target="../media/image26.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27.jpg"/><Relationship Id="rId4" Type="http://schemas.openxmlformats.org/officeDocument/2006/relationships/image" Target="../media/image28.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29.jpg"/><Relationship Id="rId4" Type="http://schemas.openxmlformats.org/officeDocument/2006/relationships/image" Target="../media/image30.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32.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3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41.jpg"/><Relationship Id="rId4" Type="http://schemas.openxmlformats.org/officeDocument/2006/relationships/image" Target="../media/image46.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39.jpg"/><Relationship Id="rId4" Type="http://schemas.openxmlformats.org/officeDocument/2006/relationships/image" Target="../media/image38.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51.jpg"/><Relationship Id="rId4" Type="http://schemas.openxmlformats.org/officeDocument/2006/relationships/image" Target="../media/image48.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52.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 Id="rId3" Type="http://schemas.openxmlformats.org/officeDocument/2006/relationships/image" Target="../media/image4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2.xml"/><Relationship Id="rId3" Type="http://schemas.openxmlformats.org/officeDocument/2006/relationships/image" Target="../media/image4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5.xml"/><Relationship Id="rId3" Type="http://schemas.openxmlformats.org/officeDocument/2006/relationships/image" Target="../media/image4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9.xml"/><Relationship Id="rId3" Type="http://schemas.openxmlformats.org/officeDocument/2006/relationships/image" Target="../media/image4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158" name="Shape 158"/>
        <p:cNvGrpSpPr/>
        <p:nvPr/>
      </p:nvGrpSpPr>
      <p:grpSpPr>
        <a:xfrm>
          <a:off x="0" y="0"/>
          <a:ext cx="0" cy="0"/>
          <a:chOff x="0" y="0"/>
          <a:chExt cx="0" cy="0"/>
        </a:xfrm>
      </p:grpSpPr>
      <p:sp>
        <p:nvSpPr>
          <p:cNvPr id="159" name="Google Shape;159;p1"/>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sp>
      <p:sp>
        <p:nvSpPr>
          <p:cNvPr id="160" name="Google Shape;160;p1"/>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sp>
      <p:sp>
        <p:nvSpPr>
          <p:cNvPr id="161" name="Google Shape;161;p1"/>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sp>
      <p:sp>
        <p:nvSpPr>
          <p:cNvPr id="162" name="Google Shape;162;p1"/>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sp>
      <p:sp>
        <p:nvSpPr>
          <p:cNvPr id="163" name="Google Shape;163;p1"/>
          <p:cNvSpPr/>
          <p:nvPr/>
        </p:nvSpPr>
        <p:spPr>
          <a:xfrm rot="7488824">
            <a:off x="-221065" y="7727724"/>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164" name="Google Shape;164;p1"/>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165" name="Google Shape;165;p1"/>
          <p:cNvSpPr txBox="1"/>
          <p:nvPr/>
        </p:nvSpPr>
        <p:spPr>
          <a:xfrm>
            <a:off x="2634754" y="3411124"/>
            <a:ext cx="13018500" cy="1077600"/>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1" lang="en-US" sz="7000">
                <a:solidFill>
                  <a:srgbClr val="0C3571"/>
                </a:solidFill>
                <a:latin typeface="Anta"/>
                <a:ea typeface="Anta"/>
                <a:cs typeface="Anta"/>
                <a:sym typeface="Anta"/>
              </a:rPr>
              <a:t>Foundations of Data Science</a:t>
            </a:r>
            <a:endParaRPr sz="7000"/>
          </a:p>
        </p:txBody>
      </p:sp>
      <p:sp>
        <p:nvSpPr>
          <p:cNvPr id="166" name="Google Shape;166;p1"/>
          <p:cNvSpPr txBox="1"/>
          <p:nvPr/>
        </p:nvSpPr>
        <p:spPr>
          <a:xfrm>
            <a:off x="4882925" y="5575353"/>
            <a:ext cx="8522100" cy="903900"/>
          </a:xfrm>
          <a:prstGeom prst="rect">
            <a:avLst/>
          </a:prstGeom>
          <a:noFill/>
          <a:ln>
            <a:noFill/>
          </a:ln>
        </p:spPr>
        <p:txBody>
          <a:bodyPr anchorCtr="0" anchor="t" bIns="0" lIns="0" spcFirstLastPara="1" rIns="0" wrap="square" tIns="0">
            <a:spAutoFit/>
          </a:bodyPr>
          <a:lstStyle/>
          <a:p>
            <a:pPr indent="0" lvl="0" marL="0" marR="0" rtl="0" algn="ctr">
              <a:lnSpc>
                <a:spcPct val="139996"/>
              </a:lnSpc>
              <a:spcBef>
                <a:spcPts val="0"/>
              </a:spcBef>
              <a:spcAft>
                <a:spcPts val="0"/>
              </a:spcAft>
              <a:buNone/>
            </a:pPr>
            <a:r>
              <a:rPr b="0" i="0" lang="en-US" sz="5873" u="none" cap="none" strike="noStrike">
                <a:solidFill>
                  <a:srgbClr val="0C3571"/>
                </a:solidFill>
                <a:latin typeface="Arial"/>
                <a:ea typeface="Arial"/>
                <a:cs typeface="Arial"/>
                <a:sym typeface="Arial"/>
              </a:rPr>
              <a:t>By Dr. Shagun Sharma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170" name="Shape 170"/>
        <p:cNvGrpSpPr/>
        <p:nvPr/>
      </p:nvGrpSpPr>
      <p:grpSpPr>
        <a:xfrm>
          <a:off x="0" y="0"/>
          <a:ext cx="0" cy="0"/>
          <a:chOff x="0" y="0"/>
          <a:chExt cx="0" cy="0"/>
        </a:xfrm>
      </p:grpSpPr>
      <p:sp>
        <p:nvSpPr>
          <p:cNvPr id="171" name="Google Shape;171;p2"/>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sp>
      <p:sp>
        <p:nvSpPr>
          <p:cNvPr id="172" name="Google Shape;172;p2"/>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sp>
      <p:sp>
        <p:nvSpPr>
          <p:cNvPr id="173" name="Google Shape;173;p2"/>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sp>
      <p:sp>
        <p:nvSpPr>
          <p:cNvPr id="174" name="Google Shape;174;p2"/>
          <p:cNvSpPr txBox="1"/>
          <p:nvPr/>
        </p:nvSpPr>
        <p:spPr>
          <a:xfrm>
            <a:off x="4139405" y="820169"/>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Table of Contents</a:t>
            </a:r>
            <a:endParaRPr sz="4000"/>
          </a:p>
        </p:txBody>
      </p:sp>
      <p:sp>
        <p:nvSpPr>
          <p:cNvPr id="175" name="Google Shape;175;p2"/>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sp>
      <p:sp>
        <p:nvSpPr>
          <p:cNvPr id="176" name="Google Shape;176;p2"/>
          <p:cNvSpPr txBox="1"/>
          <p:nvPr/>
        </p:nvSpPr>
        <p:spPr>
          <a:xfrm>
            <a:off x="1657503" y="1585500"/>
            <a:ext cx="14973000" cy="71160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lang="en-US" sz="3399">
                <a:solidFill>
                  <a:srgbClr val="0C3571"/>
                </a:solidFill>
              </a:rPr>
              <a:t>What is Data Science? Big Data and Data Science </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Datafication – Current landscape of perspectives – Skill sets needed; </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Matrices – Matrices to represent relations between data, and necessary linear algebraic operations on matrices </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Approximately representing matrices by decompositions (SVD and PCA); Statistics: Descriptive Statistics: distributions</a:t>
            </a:r>
            <a:endParaRPr sz="3399">
              <a:solidFill>
                <a:srgbClr val="0C3571"/>
              </a:solidFill>
            </a:endParaRPr>
          </a:p>
          <a:p>
            <a:pPr indent="0" lvl="0" marL="0" rtl="0" algn="just">
              <a:lnSpc>
                <a:spcPct val="140011"/>
              </a:lnSpc>
              <a:spcBef>
                <a:spcPts val="0"/>
              </a:spcBef>
              <a:spcAft>
                <a:spcPts val="0"/>
              </a:spcAft>
              <a:buClr>
                <a:schemeClr val="dk1"/>
              </a:buClr>
              <a:buSzPts val="1100"/>
              <a:buFont typeface="Arial"/>
              <a:buNone/>
            </a:pPr>
            <a:r>
              <a:rPr lang="en-US" sz="3399">
                <a:solidFill>
                  <a:srgbClr val="0C3571"/>
                </a:solidFill>
              </a:rPr>
              <a:t>and probability – Statistical Inference: Populations and samples – Statistical</a:t>
            </a:r>
            <a:endParaRPr sz="3399">
              <a:solidFill>
                <a:srgbClr val="0C3571"/>
              </a:solidFill>
            </a:endParaRPr>
          </a:p>
          <a:p>
            <a:pPr indent="0" lvl="0" marL="0" rtl="0" algn="just">
              <a:lnSpc>
                <a:spcPct val="140011"/>
              </a:lnSpc>
              <a:spcBef>
                <a:spcPts val="0"/>
              </a:spcBef>
              <a:spcAft>
                <a:spcPts val="0"/>
              </a:spcAft>
              <a:buClr>
                <a:schemeClr val="dk1"/>
              </a:buClr>
              <a:buSzPts val="1100"/>
              <a:buFont typeface="Arial"/>
              <a:buNone/>
            </a:pPr>
            <a:r>
              <a:rPr lang="en-US" sz="3399">
                <a:solidFill>
                  <a:srgbClr val="0C3571"/>
                </a:solidFill>
              </a:rPr>
              <a:t>modeling – probability distributions – fitting a model – Hypothesis Testing –</a:t>
            </a:r>
            <a:endParaRPr sz="3399">
              <a:solidFill>
                <a:srgbClr val="0C3571"/>
              </a:solidFill>
            </a:endParaRPr>
          </a:p>
          <a:p>
            <a:pPr indent="0" lvl="0" marL="0" rtl="0" algn="just">
              <a:lnSpc>
                <a:spcPct val="140011"/>
              </a:lnSpc>
              <a:spcBef>
                <a:spcPts val="0"/>
              </a:spcBef>
              <a:spcAft>
                <a:spcPts val="0"/>
              </a:spcAft>
              <a:buClr>
                <a:schemeClr val="dk1"/>
              </a:buClr>
              <a:buSzPts val="1100"/>
              <a:buFont typeface="Arial"/>
              <a:buNone/>
            </a:pPr>
            <a:r>
              <a:rPr lang="en-US" sz="3399">
                <a:solidFill>
                  <a:srgbClr val="0C3571"/>
                </a:solidFill>
              </a:rPr>
              <a:t>Intro to R/ Python.</a:t>
            </a:r>
            <a:endParaRPr sz="3399">
              <a:solidFill>
                <a:srgbClr val="0C3571"/>
              </a:solidFill>
            </a:endParaRPr>
          </a:p>
          <a:p>
            <a:pPr indent="0" lvl="0" marL="0" marR="0" rtl="0" algn="just">
              <a:lnSpc>
                <a:spcPct val="140011"/>
              </a:lnSpc>
              <a:spcBef>
                <a:spcPts val="0"/>
              </a:spcBef>
              <a:spcAft>
                <a:spcPts val="0"/>
              </a:spcAft>
              <a:buNone/>
            </a:pPr>
            <a:r>
              <a:t/>
            </a:r>
            <a:endParaRPr sz="3399">
              <a:solidFill>
                <a:srgbClr val="0C3571"/>
              </a:solidFill>
            </a:endParaRPr>
          </a:p>
        </p:txBody>
      </p:sp>
      <p:sp>
        <p:nvSpPr>
          <p:cNvPr id="177" name="Google Shape;177;p2"/>
          <p:cNvSpPr/>
          <p:nvPr/>
        </p:nvSpPr>
        <p:spPr>
          <a:xfrm rot="7488824">
            <a:off x="-221065" y="7727724"/>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178" name="Google Shape;178;p2"/>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182" name="Shape 182"/>
        <p:cNvGrpSpPr/>
        <p:nvPr/>
      </p:nvGrpSpPr>
      <p:grpSpPr>
        <a:xfrm>
          <a:off x="0" y="0"/>
          <a:ext cx="0" cy="0"/>
          <a:chOff x="0" y="0"/>
          <a:chExt cx="0" cy="0"/>
        </a:xfrm>
      </p:grpSpPr>
      <p:sp>
        <p:nvSpPr>
          <p:cNvPr id="183" name="Google Shape;183;g3b37670d4bf_0_0"/>
          <p:cNvSpPr txBox="1"/>
          <p:nvPr/>
        </p:nvSpPr>
        <p:spPr>
          <a:xfrm>
            <a:off x="1675005" y="413194"/>
            <a:ext cx="10009200" cy="9234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6000">
                <a:solidFill>
                  <a:srgbClr val="0C3571"/>
                </a:solidFill>
                <a:latin typeface="Anta"/>
                <a:ea typeface="Anta"/>
                <a:cs typeface="Anta"/>
                <a:sym typeface="Anta"/>
              </a:rPr>
              <a:t>What is Data Science?</a:t>
            </a:r>
            <a:endParaRPr sz="6000"/>
          </a:p>
        </p:txBody>
      </p:sp>
      <p:sp>
        <p:nvSpPr>
          <p:cNvPr id="184" name="Google Shape;184;g3b37670d4bf_0_0"/>
          <p:cNvSpPr txBox="1"/>
          <p:nvPr/>
        </p:nvSpPr>
        <p:spPr>
          <a:xfrm>
            <a:off x="678275" y="1897300"/>
            <a:ext cx="16888800" cy="56508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Data Science is a multidisciplinary field that uses scientific methods, algorithms, and tools to extract knowledge and insights from large, complex datasets (structured &amp; unstructured) to solve problems, find patterns, and make predictions, blending statistics, AI, and computer science for data-driven decisions in areas like business, healthcare, and tech.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It involves collecting, cleaning, analyzing, visualizing, and interpreting data to understand "what happened," "why," and "what might happen next," ultimately guiding better actions.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188" name="Shape 188"/>
        <p:cNvGrpSpPr/>
        <p:nvPr/>
      </p:nvGrpSpPr>
      <p:grpSpPr>
        <a:xfrm>
          <a:off x="0" y="0"/>
          <a:ext cx="0" cy="0"/>
          <a:chOff x="0" y="0"/>
          <a:chExt cx="0" cy="0"/>
        </a:xfrm>
      </p:grpSpPr>
      <p:sp>
        <p:nvSpPr>
          <p:cNvPr id="189" name="Google Shape;189;g3b27e36fe7b_0_0"/>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What is Data Science?</a:t>
            </a:r>
            <a:endParaRPr sz="4000"/>
          </a:p>
        </p:txBody>
      </p:sp>
      <p:pic>
        <p:nvPicPr>
          <p:cNvPr id="190" name="Google Shape;190;g3b27e36fe7b_0_0"/>
          <p:cNvPicPr preferRelativeResize="0"/>
          <p:nvPr/>
        </p:nvPicPr>
        <p:blipFill>
          <a:blip r:embed="rId3">
            <a:alphaModFix/>
          </a:blip>
          <a:stretch>
            <a:fillRect/>
          </a:stretch>
        </p:blipFill>
        <p:spPr>
          <a:xfrm>
            <a:off x="2901725" y="2026266"/>
            <a:ext cx="12484550" cy="6234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194" name="Shape 194"/>
        <p:cNvGrpSpPr/>
        <p:nvPr/>
      </p:nvGrpSpPr>
      <p:grpSpPr>
        <a:xfrm>
          <a:off x="0" y="0"/>
          <a:ext cx="0" cy="0"/>
          <a:chOff x="0" y="0"/>
          <a:chExt cx="0" cy="0"/>
        </a:xfrm>
      </p:grpSpPr>
      <p:sp>
        <p:nvSpPr>
          <p:cNvPr id="195" name="Google Shape;195;g3b51c4b6432_0_206"/>
          <p:cNvSpPr txBox="1"/>
          <p:nvPr/>
        </p:nvSpPr>
        <p:spPr>
          <a:xfrm>
            <a:off x="1674998" y="413200"/>
            <a:ext cx="143094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Find the Structured and Unstructured Data</a:t>
            </a:r>
            <a:endParaRPr sz="4000"/>
          </a:p>
        </p:txBody>
      </p:sp>
      <p:pic>
        <p:nvPicPr>
          <p:cNvPr id="196" name="Google Shape;196;g3b51c4b6432_0_206"/>
          <p:cNvPicPr preferRelativeResize="0"/>
          <p:nvPr/>
        </p:nvPicPr>
        <p:blipFill rotWithShape="1">
          <a:blip r:embed="rId3">
            <a:alphaModFix/>
          </a:blip>
          <a:srcRect b="19753" l="0" r="0" t="16770"/>
          <a:stretch/>
        </p:blipFill>
        <p:spPr>
          <a:xfrm>
            <a:off x="775126" y="3120000"/>
            <a:ext cx="16737751" cy="5448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00" name="Shape 200"/>
        <p:cNvGrpSpPr/>
        <p:nvPr/>
      </p:nvGrpSpPr>
      <p:grpSpPr>
        <a:xfrm>
          <a:off x="0" y="0"/>
          <a:ext cx="0" cy="0"/>
          <a:chOff x="0" y="0"/>
          <a:chExt cx="0" cy="0"/>
        </a:xfrm>
      </p:grpSpPr>
      <p:sp>
        <p:nvSpPr>
          <p:cNvPr id="201" name="Google Shape;201;g3b51c4b6432_0_199"/>
          <p:cNvSpPr txBox="1"/>
          <p:nvPr/>
        </p:nvSpPr>
        <p:spPr>
          <a:xfrm>
            <a:off x="1674998" y="413200"/>
            <a:ext cx="143094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Find the Structured and Unstructured Data</a:t>
            </a:r>
            <a:endParaRPr sz="4000"/>
          </a:p>
        </p:txBody>
      </p:sp>
      <p:pic>
        <p:nvPicPr>
          <p:cNvPr id="202" name="Google Shape;202;g3b51c4b6432_0_199"/>
          <p:cNvPicPr preferRelativeResize="0"/>
          <p:nvPr/>
        </p:nvPicPr>
        <p:blipFill>
          <a:blip r:embed="rId3">
            <a:alphaModFix/>
          </a:blip>
          <a:stretch>
            <a:fillRect/>
          </a:stretch>
        </p:blipFill>
        <p:spPr>
          <a:xfrm>
            <a:off x="3833725" y="1407300"/>
            <a:ext cx="10620550" cy="82692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06" name="Shape 206"/>
        <p:cNvGrpSpPr/>
        <p:nvPr/>
      </p:nvGrpSpPr>
      <p:grpSpPr>
        <a:xfrm>
          <a:off x="0" y="0"/>
          <a:ext cx="0" cy="0"/>
          <a:chOff x="0" y="0"/>
          <a:chExt cx="0" cy="0"/>
        </a:xfrm>
      </p:grpSpPr>
      <p:sp>
        <p:nvSpPr>
          <p:cNvPr id="207" name="Google Shape;207;g3b27e36fe7b_0_6"/>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What does data science find?</a:t>
            </a:r>
            <a:endParaRPr sz="4000"/>
          </a:p>
        </p:txBody>
      </p:sp>
      <p:sp>
        <p:nvSpPr>
          <p:cNvPr id="208" name="Google Shape;208;g3b27e36fe7b_0_6"/>
          <p:cNvSpPr txBox="1"/>
          <p:nvPr/>
        </p:nvSpPr>
        <p:spPr>
          <a:xfrm>
            <a:off x="678275" y="1897300"/>
            <a:ext cx="11236500" cy="71160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What do customers want?</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How can we improve our services?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What will the upcoming trend in sales?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How much stock they need for upcoming festival.</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Data science empowers the industries to make smarter, faster, and more informed decisions. In order to find patterns and achieve such insights, expertise in relevant domain is required. With expertise in Healthcare, a data scientists can predict patient risks and suggest personalized treatments.</a:t>
            </a:r>
            <a:endParaRPr sz="3399">
              <a:solidFill>
                <a:srgbClr val="0C3571"/>
              </a:solidFill>
            </a:endParaRPr>
          </a:p>
        </p:txBody>
      </p:sp>
      <p:pic>
        <p:nvPicPr>
          <p:cNvPr id="209" name="Google Shape;209;g3b27e36fe7b_0_6"/>
          <p:cNvPicPr preferRelativeResize="0"/>
          <p:nvPr/>
        </p:nvPicPr>
        <p:blipFill>
          <a:blip r:embed="rId3">
            <a:alphaModFix/>
          </a:blip>
          <a:stretch>
            <a:fillRect/>
          </a:stretch>
        </p:blipFill>
        <p:spPr>
          <a:xfrm>
            <a:off x="12200000" y="2692625"/>
            <a:ext cx="5525350" cy="5525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13" name="Shape 213"/>
        <p:cNvGrpSpPr/>
        <p:nvPr/>
      </p:nvGrpSpPr>
      <p:grpSpPr>
        <a:xfrm>
          <a:off x="0" y="0"/>
          <a:ext cx="0" cy="0"/>
          <a:chOff x="0" y="0"/>
          <a:chExt cx="0" cy="0"/>
        </a:xfrm>
      </p:grpSpPr>
      <p:sp>
        <p:nvSpPr>
          <p:cNvPr id="214" name="Google Shape;214;g3b27e36fe7b_0_13"/>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Real-world examples of data science</a:t>
            </a:r>
            <a:endParaRPr sz="4000"/>
          </a:p>
        </p:txBody>
      </p:sp>
      <p:sp>
        <p:nvSpPr>
          <p:cNvPr id="215" name="Google Shape;215;g3b27e36fe7b_0_13"/>
          <p:cNvSpPr txBox="1"/>
          <p:nvPr/>
        </p:nvSpPr>
        <p:spPr>
          <a:xfrm>
            <a:off x="678275" y="1897300"/>
            <a:ext cx="16888800" cy="34533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Netflix/Spotify: Suggesting what you might like next based on your viewing/listening history.</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E-commerce: Showing you relevant products and personalizing offers.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Healthcare: Predicting disease outbreaks or understanding treatment effectiveness.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Finance: Detecting fraud or forecasting stock market trends.</a:t>
            </a:r>
            <a:endParaRPr sz="3399">
              <a:solidFill>
                <a:srgbClr val="0C3571"/>
              </a:solidFill>
            </a:endParaRPr>
          </a:p>
        </p:txBody>
      </p:sp>
      <p:pic>
        <p:nvPicPr>
          <p:cNvPr id="216" name="Google Shape;216;g3b27e36fe7b_0_13"/>
          <p:cNvPicPr preferRelativeResize="0"/>
          <p:nvPr/>
        </p:nvPicPr>
        <p:blipFill>
          <a:blip r:embed="rId3">
            <a:alphaModFix/>
          </a:blip>
          <a:stretch>
            <a:fillRect/>
          </a:stretch>
        </p:blipFill>
        <p:spPr>
          <a:xfrm>
            <a:off x="5136025" y="5503000"/>
            <a:ext cx="7660551" cy="4596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20" name="Shape 220"/>
        <p:cNvGrpSpPr/>
        <p:nvPr/>
      </p:nvGrpSpPr>
      <p:grpSpPr>
        <a:xfrm>
          <a:off x="0" y="0"/>
          <a:ext cx="0" cy="0"/>
          <a:chOff x="0" y="0"/>
          <a:chExt cx="0" cy="0"/>
        </a:xfrm>
      </p:grpSpPr>
      <p:sp>
        <p:nvSpPr>
          <p:cNvPr id="221" name="Google Shape;221;g3b27e36fe7b_0_18"/>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Where data science is being used?</a:t>
            </a:r>
            <a:endParaRPr sz="4000"/>
          </a:p>
        </p:txBody>
      </p:sp>
      <p:sp>
        <p:nvSpPr>
          <p:cNvPr id="222" name="Google Shape;222;g3b27e36fe7b_0_18"/>
          <p:cNvSpPr txBox="1"/>
          <p:nvPr/>
        </p:nvSpPr>
        <p:spPr>
          <a:xfrm>
            <a:off x="678275" y="1897300"/>
            <a:ext cx="16888800" cy="56508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lang="en-US" sz="3399">
                <a:solidFill>
                  <a:srgbClr val="0C3571"/>
                </a:solidFill>
              </a:rPr>
              <a:t>Data Science is being used in almost all major industry. Here are some examples:</a:t>
            </a:r>
            <a:endParaRPr sz="3399">
              <a:solidFill>
                <a:srgbClr val="0C3571"/>
              </a:solidFill>
            </a:endParaRPr>
          </a:p>
          <a:p>
            <a:pPr indent="0" lvl="0" marL="0" marR="0" rtl="0" algn="just">
              <a:lnSpc>
                <a:spcPct val="140011"/>
              </a:lnSpc>
              <a:spcBef>
                <a:spcPts val="0"/>
              </a:spcBef>
              <a:spcAft>
                <a:spcPts val="0"/>
              </a:spcAft>
              <a:buNone/>
            </a:pPr>
            <a:r>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Predicting customer preferences for personalized recommendations.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Detecting fraud in financial transactions.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Forecasting sales and market trends.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Enhancing healthcare with predictive diagnostics and personalized treatments.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Identifying risks and opportunities in investments.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Optimizing supply chains and inventory management.</a:t>
            </a:r>
            <a:endParaRPr sz="3399">
              <a:solidFill>
                <a:srgbClr val="0C3571"/>
              </a:solidFill>
            </a:endParaRPr>
          </a:p>
        </p:txBody>
      </p:sp>
      <p:pic>
        <p:nvPicPr>
          <p:cNvPr id="223" name="Google Shape;223;g3b27e36fe7b_0_18"/>
          <p:cNvPicPr preferRelativeResize="0"/>
          <p:nvPr/>
        </p:nvPicPr>
        <p:blipFill rotWithShape="1">
          <a:blip r:embed="rId3">
            <a:alphaModFix/>
          </a:blip>
          <a:srcRect b="8425" l="0" r="0" t="25441"/>
          <a:stretch/>
        </p:blipFill>
        <p:spPr>
          <a:xfrm>
            <a:off x="11553097" y="6888525"/>
            <a:ext cx="6469075" cy="3058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27" name="Shape 227"/>
        <p:cNvGrpSpPr/>
        <p:nvPr/>
      </p:nvGrpSpPr>
      <p:grpSpPr>
        <a:xfrm>
          <a:off x="0" y="0"/>
          <a:ext cx="0" cy="0"/>
          <a:chOff x="0" y="0"/>
          <a:chExt cx="0" cy="0"/>
        </a:xfrm>
      </p:grpSpPr>
      <p:sp>
        <p:nvSpPr>
          <p:cNvPr id="228" name="Google Shape;228;g3b27e36fe7b_0_24"/>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Data Science Life Cycle</a:t>
            </a:r>
            <a:endParaRPr sz="4000"/>
          </a:p>
        </p:txBody>
      </p:sp>
      <p:sp>
        <p:nvSpPr>
          <p:cNvPr id="229" name="Google Shape;229;g3b27e36fe7b_0_24"/>
          <p:cNvSpPr txBox="1"/>
          <p:nvPr/>
        </p:nvSpPr>
        <p:spPr>
          <a:xfrm>
            <a:off x="678275" y="1897300"/>
            <a:ext cx="16888800" cy="34533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lang="en-US" sz="3399">
                <a:solidFill>
                  <a:srgbClr val="0C3571"/>
                </a:solidFill>
              </a:rPr>
              <a:t>Data science is not a one-step process such that you will get to learn it in a short time and call ourselves a Data Scientist. It's passes from many stages and every element is important. One should always follow the proper steps to reach the ladder. Every step has its value and it counts in your model.</a:t>
            </a:r>
            <a:endParaRPr sz="3399">
              <a:solidFill>
                <a:srgbClr val="0C3571"/>
              </a:solidFill>
            </a:endParaRPr>
          </a:p>
          <a:p>
            <a:pPr indent="0" lvl="0" marL="0" marR="0" rtl="0" algn="just">
              <a:lnSpc>
                <a:spcPct val="140011"/>
              </a:lnSpc>
              <a:spcBef>
                <a:spcPts val="0"/>
              </a:spcBef>
              <a:spcAft>
                <a:spcPts val="0"/>
              </a:spcAft>
              <a:buNone/>
            </a:pPr>
            <a:r>
              <a:t/>
            </a:r>
            <a:endParaRPr sz="3399">
              <a:solidFill>
                <a:srgbClr val="0C3571"/>
              </a:solidFill>
            </a:endParaRPr>
          </a:p>
        </p:txBody>
      </p:sp>
      <p:pic>
        <p:nvPicPr>
          <p:cNvPr id="230" name="Google Shape;230;g3b27e36fe7b_0_24"/>
          <p:cNvPicPr preferRelativeResize="0"/>
          <p:nvPr/>
        </p:nvPicPr>
        <p:blipFill rotWithShape="1">
          <a:blip r:embed="rId3">
            <a:alphaModFix/>
          </a:blip>
          <a:srcRect b="15585" l="8481" r="12405" t="21643"/>
          <a:stretch/>
        </p:blipFill>
        <p:spPr>
          <a:xfrm>
            <a:off x="4655963" y="4741400"/>
            <a:ext cx="8976076" cy="5093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34" name="Shape 234"/>
        <p:cNvGrpSpPr/>
        <p:nvPr/>
      </p:nvGrpSpPr>
      <p:grpSpPr>
        <a:xfrm>
          <a:off x="0" y="0"/>
          <a:ext cx="0" cy="0"/>
          <a:chOff x="0" y="0"/>
          <a:chExt cx="0" cy="0"/>
        </a:xfrm>
      </p:grpSpPr>
      <p:sp>
        <p:nvSpPr>
          <p:cNvPr id="235" name="Google Shape;235;g3b27e36fe7b_0_30"/>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Data Science Life Cycle</a:t>
            </a:r>
            <a:endParaRPr sz="4000"/>
          </a:p>
        </p:txBody>
      </p:sp>
      <p:sp>
        <p:nvSpPr>
          <p:cNvPr id="236" name="Google Shape;236;g3b27e36fe7b_0_30"/>
          <p:cNvSpPr txBox="1"/>
          <p:nvPr/>
        </p:nvSpPr>
        <p:spPr>
          <a:xfrm>
            <a:off x="678275" y="1897300"/>
            <a:ext cx="16888800" cy="85809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1. Problem Statement:</a:t>
            </a:r>
            <a:r>
              <a:rPr lang="en-US" sz="3399">
                <a:solidFill>
                  <a:srgbClr val="0C3571"/>
                </a:solidFill>
              </a:rPr>
              <a:t> Identifying and defining the problem.</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2. Data Collection:</a:t>
            </a:r>
            <a:r>
              <a:rPr lang="en-US" sz="3399">
                <a:solidFill>
                  <a:srgbClr val="0C3571"/>
                </a:solidFill>
              </a:rPr>
              <a:t> After defining the problem statement, the next step is to go in search of data that you might require for your model. You must do good research, find all that you need. Data can be in any form i.e unstructured or structured. It might be in various forms like videos, spreadsheets, coded forms, etc. You must collect all these kinds of sources.</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3. Data Cleaning: </a:t>
            </a:r>
            <a:r>
              <a:rPr lang="en-US" sz="3399">
                <a:solidFill>
                  <a:srgbClr val="0C3571"/>
                </a:solidFill>
              </a:rPr>
              <a:t>Data cleaning is all about the removal of missing, redundant, unnecessary and duplicate data from your collection.</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4. Data Analysis and Exploration: </a:t>
            </a:r>
            <a:r>
              <a:rPr lang="en-US" sz="3399">
                <a:solidFill>
                  <a:srgbClr val="0C3571"/>
                </a:solidFill>
              </a:rPr>
              <a:t>It analyzes the structure of data, finding hidden patterns in them, studying behaviors, visualizing the effects of one variable over others and then concluding.</a:t>
            </a:r>
            <a:endParaRPr sz="3399">
              <a:solidFill>
                <a:srgbClr val="0C3571"/>
              </a:solidFill>
            </a:endParaRPr>
          </a:p>
          <a:p>
            <a:pPr indent="0" lvl="0" marL="0" marR="0" rtl="0" algn="just">
              <a:lnSpc>
                <a:spcPct val="140011"/>
              </a:lnSpc>
              <a:spcBef>
                <a:spcPts val="0"/>
              </a:spcBef>
              <a:spcAft>
                <a:spcPts val="0"/>
              </a:spcAft>
              <a:buNone/>
            </a:pPr>
            <a:r>
              <a:t/>
            </a:r>
            <a:endParaRPr sz="3399">
              <a:solidFill>
                <a:srgbClr val="0C357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40" name="Shape 240"/>
        <p:cNvGrpSpPr/>
        <p:nvPr/>
      </p:nvGrpSpPr>
      <p:grpSpPr>
        <a:xfrm>
          <a:off x="0" y="0"/>
          <a:ext cx="0" cy="0"/>
          <a:chOff x="0" y="0"/>
          <a:chExt cx="0" cy="0"/>
        </a:xfrm>
      </p:grpSpPr>
      <p:sp>
        <p:nvSpPr>
          <p:cNvPr id="241" name="Google Shape;241;g3b27e36fe7b_0_36"/>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Data Science Life Cycle</a:t>
            </a:r>
            <a:endParaRPr sz="4000"/>
          </a:p>
        </p:txBody>
      </p:sp>
      <p:sp>
        <p:nvSpPr>
          <p:cNvPr id="242" name="Google Shape;242;g3b27e36fe7b_0_36"/>
          <p:cNvSpPr txBox="1"/>
          <p:nvPr/>
        </p:nvSpPr>
        <p:spPr>
          <a:xfrm>
            <a:off x="678275" y="1897300"/>
            <a:ext cx="16888800" cy="56508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5</a:t>
            </a:r>
            <a:r>
              <a:rPr b="1" lang="en-US" sz="3399">
                <a:solidFill>
                  <a:srgbClr val="0C3571"/>
                </a:solidFill>
              </a:rPr>
              <a:t>. </a:t>
            </a:r>
            <a:r>
              <a:rPr b="1" lang="en-US" sz="3399">
                <a:solidFill>
                  <a:srgbClr val="0C3571"/>
                </a:solidFill>
              </a:rPr>
              <a:t>Data Modelling: </a:t>
            </a:r>
            <a:r>
              <a:rPr lang="en-US" sz="3399">
                <a:solidFill>
                  <a:srgbClr val="0C3571"/>
                </a:solidFill>
              </a:rPr>
              <a:t>In this step, we</a:t>
            </a:r>
            <a:r>
              <a:rPr lang="en-US" sz="3399">
                <a:solidFill>
                  <a:srgbClr val="0C3571"/>
                </a:solidFill>
              </a:rPr>
              <a:t> </a:t>
            </a:r>
            <a:r>
              <a:rPr lang="en-US" sz="3399">
                <a:solidFill>
                  <a:srgbClr val="0C3571"/>
                </a:solidFill>
              </a:rPr>
              <a:t>choose an algorithm that best fits to the data. There different kinds of algorithms from regression, classification, and Clustering, etc.</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6</a:t>
            </a:r>
            <a:r>
              <a:rPr b="1" lang="en-US" sz="3399">
                <a:solidFill>
                  <a:srgbClr val="0C3571"/>
                </a:solidFill>
              </a:rPr>
              <a:t>. </a:t>
            </a:r>
            <a:r>
              <a:rPr b="1" lang="en-US" sz="3399">
                <a:solidFill>
                  <a:srgbClr val="0C3571"/>
                </a:solidFill>
              </a:rPr>
              <a:t>Optimization and Deployment: </a:t>
            </a:r>
            <a:r>
              <a:rPr lang="en-US" sz="3399">
                <a:solidFill>
                  <a:srgbClr val="0C3571"/>
                </a:solidFill>
              </a:rPr>
              <a:t>In this step, you test your data and find how well it is performing by checking its accuracy. The efficiency of the model is checked and thus try to optimize it for better accurate prediction. Deployment deals with the launch of the model and let the people outside there to benefit from that. You can also obtain feedback from organizations and people to know their need and then to work more on your model.</a:t>
            </a:r>
            <a:endParaRPr sz="3399">
              <a:solidFill>
                <a:srgbClr val="0C357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46" name="Shape 246"/>
        <p:cNvGrpSpPr/>
        <p:nvPr/>
      </p:nvGrpSpPr>
      <p:grpSpPr>
        <a:xfrm>
          <a:off x="0" y="0"/>
          <a:ext cx="0" cy="0"/>
          <a:chOff x="0" y="0"/>
          <a:chExt cx="0" cy="0"/>
        </a:xfrm>
      </p:grpSpPr>
      <p:sp>
        <p:nvSpPr>
          <p:cNvPr id="247" name="Google Shape;247;g3b27e36fe7b_0_4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Data Science Tools and Libraries</a:t>
            </a:r>
            <a:endParaRPr sz="4000"/>
          </a:p>
        </p:txBody>
      </p:sp>
      <p:sp>
        <p:nvSpPr>
          <p:cNvPr id="248" name="Google Shape;248;g3b27e36fe7b_0_41"/>
          <p:cNvSpPr txBox="1"/>
          <p:nvPr/>
        </p:nvSpPr>
        <p:spPr>
          <a:xfrm>
            <a:off x="678275" y="1897300"/>
            <a:ext cx="16888800" cy="78483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Jupyter Notebook: </a:t>
            </a:r>
            <a:r>
              <a:rPr lang="en-US" sz="3399">
                <a:solidFill>
                  <a:srgbClr val="0C3571"/>
                </a:solidFill>
              </a:rPr>
              <a:t>Interactive environment for coding and documentation.</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Google Colab: </a:t>
            </a:r>
            <a:r>
              <a:rPr lang="en-US" sz="3399">
                <a:solidFill>
                  <a:srgbClr val="0C3571"/>
                </a:solidFill>
              </a:rPr>
              <a:t>Cloud-based Jupyter Notebook for collaborative coding.</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TensorFlow: </a:t>
            </a:r>
            <a:r>
              <a:rPr lang="en-US" sz="3399">
                <a:solidFill>
                  <a:srgbClr val="0C3571"/>
                </a:solidFill>
              </a:rPr>
              <a:t>Deep learning framework for building neural networks.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PyTorch: </a:t>
            </a:r>
            <a:r>
              <a:rPr lang="en-US" sz="3399">
                <a:solidFill>
                  <a:srgbClr val="0C3571"/>
                </a:solidFill>
              </a:rPr>
              <a:t>Popular library for machine learning and deep learning.</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Scikit-learn: </a:t>
            </a:r>
            <a:r>
              <a:rPr lang="en-US" sz="3399">
                <a:solidFill>
                  <a:srgbClr val="0C3571"/>
                </a:solidFill>
              </a:rPr>
              <a:t>Tools for predictive data analysis and machine learning.</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Docker: </a:t>
            </a:r>
            <a:r>
              <a:rPr lang="en-US" sz="3399">
                <a:solidFill>
                  <a:srgbClr val="0C3571"/>
                </a:solidFill>
              </a:rPr>
              <a:t>Containerization for reproducible environments.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Kubernetes:</a:t>
            </a:r>
            <a:r>
              <a:rPr lang="en-US" sz="3399">
                <a:solidFill>
                  <a:srgbClr val="0C3571"/>
                </a:solidFill>
              </a:rPr>
              <a:t> Managing and scaling containerized applications.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Apache Kafka: </a:t>
            </a:r>
            <a:r>
              <a:rPr lang="en-US" sz="3399">
                <a:solidFill>
                  <a:srgbClr val="0C3571"/>
                </a:solidFill>
              </a:rPr>
              <a:t>Real-time data streaming and processing.</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Tableau:</a:t>
            </a:r>
            <a:r>
              <a:rPr lang="en-US" sz="3399">
                <a:solidFill>
                  <a:srgbClr val="0C3571"/>
                </a:solidFill>
              </a:rPr>
              <a:t> A powerful tool for creating interactive and shareable data visualizations.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Power BI:</a:t>
            </a:r>
            <a:r>
              <a:rPr lang="en-US" sz="3399">
                <a:solidFill>
                  <a:srgbClr val="0C3571"/>
                </a:solidFill>
              </a:rPr>
              <a:t> A business intelligence tool for visualizing data and generating insights.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Keras:</a:t>
            </a:r>
            <a:r>
              <a:rPr lang="en-US" sz="3399">
                <a:solidFill>
                  <a:srgbClr val="0C3571"/>
                </a:solidFill>
              </a:rPr>
              <a:t> A user-friendly library for designing and training deep learning models.</a:t>
            </a:r>
            <a:endParaRPr sz="3399">
              <a:solidFill>
                <a:srgbClr val="0C357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52" name="Shape 252"/>
        <p:cNvGrpSpPr/>
        <p:nvPr/>
      </p:nvGrpSpPr>
      <p:grpSpPr>
        <a:xfrm>
          <a:off x="0" y="0"/>
          <a:ext cx="0" cy="0"/>
          <a:chOff x="0" y="0"/>
          <a:chExt cx="0" cy="0"/>
        </a:xfrm>
      </p:grpSpPr>
      <p:sp>
        <p:nvSpPr>
          <p:cNvPr id="253" name="Google Shape;253;g3b27e36fe7b_0_46"/>
          <p:cNvSpPr txBox="1"/>
          <p:nvPr/>
        </p:nvSpPr>
        <p:spPr>
          <a:xfrm>
            <a:off x="1675005" y="413194"/>
            <a:ext cx="10009200" cy="9234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6000">
                <a:solidFill>
                  <a:srgbClr val="0C3571"/>
                </a:solidFill>
                <a:latin typeface="Anta"/>
                <a:ea typeface="Anta"/>
                <a:cs typeface="Anta"/>
                <a:sym typeface="Anta"/>
              </a:rPr>
              <a:t>What is Big Data?</a:t>
            </a:r>
            <a:endParaRPr sz="6000"/>
          </a:p>
        </p:txBody>
      </p:sp>
      <p:sp>
        <p:nvSpPr>
          <p:cNvPr id="254" name="Google Shape;254;g3b27e36fe7b_0_46"/>
          <p:cNvSpPr txBox="1"/>
          <p:nvPr/>
        </p:nvSpPr>
        <p:spPr>
          <a:xfrm>
            <a:off x="678275" y="1897300"/>
            <a:ext cx="16888800" cy="71160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Big Data is a massive collection of complex information (text, numbers, images, videos) that's too large and fast for normal tools like spreadsheets to handle, requiring special systems to find valuable patterns for better decisions, like predicting customer needs or improving services.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It's defined by the 5 Vs that are:</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AutoNum type="arabicPeriod"/>
            </a:pPr>
            <a:r>
              <a:rPr lang="en-US" sz="3399">
                <a:solidFill>
                  <a:srgbClr val="0C3571"/>
                </a:solidFill>
              </a:rPr>
              <a:t>Volume</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AutoNum type="arabicPeriod"/>
            </a:pPr>
            <a:r>
              <a:rPr lang="en-US" sz="3399">
                <a:solidFill>
                  <a:srgbClr val="0C3571"/>
                </a:solidFill>
              </a:rPr>
              <a:t>Velocity</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AutoNum type="arabicPeriod"/>
            </a:pPr>
            <a:r>
              <a:rPr lang="en-US" sz="3399">
                <a:solidFill>
                  <a:srgbClr val="0C3571"/>
                </a:solidFill>
              </a:rPr>
              <a:t>Variety</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AutoNum type="arabicPeriod"/>
            </a:pPr>
            <a:r>
              <a:rPr lang="en-US" sz="3399">
                <a:solidFill>
                  <a:srgbClr val="0C3571"/>
                </a:solidFill>
              </a:rPr>
              <a:t>Veracity</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AutoNum type="arabicPeriod"/>
            </a:pPr>
            <a:r>
              <a:rPr lang="en-US" sz="3399">
                <a:solidFill>
                  <a:srgbClr val="0C3571"/>
                </a:solidFill>
              </a:rPr>
              <a:t>Value</a:t>
            </a:r>
            <a:endParaRPr sz="3399">
              <a:solidFill>
                <a:srgbClr val="0C357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58" name="Shape 258"/>
        <p:cNvGrpSpPr/>
        <p:nvPr/>
      </p:nvGrpSpPr>
      <p:grpSpPr>
        <a:xfrm>
          <a:off x="0" y="0"/>
          <a:ext cx="0" cy="0"/>
          <a:chOff x="0" y="0"/>
          <a:chExt cx="0" cy="0"/>
        </a:xfrm>
      </p:grpSpPr>
      <p:sp>
        <p:nvSpPr>
          <p:cNvPr id="259" name="Google Shape;259;g3b27e36fe7b_0_56"/>
          <p:cNvSpPr txBox="1"/>
          <p:nvPr/>
        </p:nvSpPr>
        <p:spPr>
          <a:xfrm>
            <a:off x="1675005" y="413194"/>
            <a:ext cx="10009200" cy="9234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6000">
                <a:solidFill>
                  <a:srgbClr val="0C3571"/>
                </a:solidFill>
                <a:latin typeface="Anta"/>
                <a:ea typeface="Anta"/>
                <a:cs typeface="Anta"/>
                <a:sym typeface="Anta"/>
              </a:rPr>
              <a:t>What is Big Data?</a:t>
            </a:r>
            <a:endParaRPr sz="6000"/>
          </a:p>
        </p:txBody>
      </p:sp>
      <p:pic>
        <p:nvPicPr>
          <p:cNvPr id="260" name="Google Shape;260;g3b27e36fe7b_0_56"/>
          <p:cNvPicPr preferRelativeResize="0"/>
          <p:nvPr/>
        </p:nvPicPr>
        <p:blipFill rotWithShape="1">
          <a:blip r:embed="rId3">
            <a:alphaModFix/>
          </a:blip>
          <a:srcRect b="0" l="0" r="0" t="13897"/>
          <a:stretch/>
        </p:blipFill>
        <p:spPr>
          <a:xfrm>
            <a:off x="1114950" y="2622625"/>
            <a:ext cx="16058102" cy="6967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64" name="Shape 264"/>
        <p:cNvGrpSpPr/>
        <p:nvPr/>
      </p:nvGrpSpPr>
      <p:grpSpPr>
        <a:xfrm>
          <a:off x="0" y="0"/>
          <a:ext cx="0" cy="0"/>
          <a:chOff x="0" y="0"/>
          <a:chExt cx="0" cy="0"/>
        </a:xfrm>
      </p:grpSpPr>
      <p:sp>
        <p:nvSpPr>
          <p:cNvPr id="265" name="Google Shape;265;g3b27e36fe7b_0_5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5 V’s in</a:t>
            </a:r>
            <a:r>
              <a:rPr b="1" lang="en-US" sz="4000">
                <a:solidFill>
                  <a:srgbClr val="0C3571"/>
                </a:solidFill>
                <a:latin typeface="Anta"/>
                <a:ea typeface="Anta"/>
                <a:cs typeface="Anta"/>
                <a:sym typeface="Anta"/>
              </a:rPr>
              <a:t> Big Data</a:t>
            </a:r>
            <a:endParaRPr sz="4000"/>
          </a:p>
        </p:txBody>
      </p:sp>
      <p:sp>
        <p:nvSpPr>
          <p:cNvPr id="266" name="Google Shape;266;g3b27e36fe7b_0_51"/>
          <p:cNvSpPr txBox="1"/>
          <p:nvPr/>
        </p:nvSpPr>
        <p:spPr>
          <a:xfrm>
            <a:off x="678275" y="1897300"/>
            <a:ext cx="16888800" cy="49182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AutoNum type="arabicPeriod"/>
            </a:pPr>
            <a:r>
              <a:rPr b="1" lang="en-US" sz="3399">
                <a:solidFill>
                  <a:srgbClr val="0C3571"/>
                </a:solidFill>
              </a:rPr>
              <a:t>Volume:</a:t>
            </a:r>
            <a:r>
              <a:rPr lang="en-US" sz="3399">
                <a:solidFill>
                  <a:srgbClr val="0C3571"/>
                </a:solidFill>
              </a:rPr>
              <a:t> The sheer massive scale of data being generated from sources like social media, sensors, and transactions, often too large for traditional systems.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AutoNum type="arabicPeriod"/>
            </a:pPr>
            <a:r>
              <a:rPr b="1" lang="en-US" sz="3399">
                <a:solidFill>
                  <a:srgbClr val="0C3571"/>
                </a:solidFill>
              </a:rPr>
              <a:t>Velocity:</a:t>
            </a:r>
            <a:r>
              <a:rPr lang="en-US" sz="3399">
                <a:solidFill>
                  <a:srgbClr val="0C3571"/>
                </a:solidFill>
              </a:rPr>
              <a:t> The speed at which data is created, collected, and needs to be processed, such as real-time stock trades or streaming data.</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AutoNum type="arabicPeriod"/>
            </a:pPr>
            <a:r>
              <a:rPr b="1" lang="en-US" sz="3399">
                <a:solidFill>
                  <a:srgbClr val="0C3571"/>
                </a:solidFill>
              </a:rPr>
              <a:t>Variety:</a:t>
            </a:r>
            <a:r>
              <a:rPr lang="en-US" sz="3399">
                <a:solidFill>
                  <a:srgbClr val="0C3571"/>
                </a:solidFill>
              </a:rPr>
              <a:t> The diversity of data formats, including structured (databases), unstructured (text, images, video), and semi-structured data.</a:t>
            </a:r>
            <a:endParaRPr sz="3399">
              <a:solidFill>
                <a:srgbClr val="0C3571"/>
              </a:solidFill>
            </a:endParaRPr>
          </a:p>
          <a:p>
            <a:pPr indent="0" lvl="0" marL="0" marR="0" rtl="0" algn="just">
              <a:lnSpc>
                <a:spcPct val="140011"/>
              </a:lnSpc>
              <a:spcBef>
                <a:spcPts val="0"/>
              </a:spcBef>
              <a:spcAft>
                <a:spcPts val="0"/>
              </a:spcAft>
              <a:buNone/>
            </a:pPr>
            <a:r>
              <a:t/>
            </a:r>
            <a:endParaRPr sz="3399">
              <a:solidFill>
                <a:srgbClr val="0C3571"/>
              </a:solidFill>
            </a:endParaRPr>
          </a:p>
        </p:txBody>
      </p:sp>
      <p:pic>
        <p:nvPicPr>
          <p:cNvPr id="267" name="Google Shape;267;g3b27e36fe7b_0_51"/>
          <p:cNvPicPr preferRelativeResize="0"/>
          <p:nvPr/>
        </p:nvPicPr>
        <p:blipFill rotWithShape="1">
          <a:blip r:embed="rId3">
            <a:alphaModFix/>
          </a:blip>
          <a:srcRect b="6133" l="13576" r="16223" t="6500"/>
          <a:stretch/>
        </p:blipFill>
        <p:spPr>
          <a:xfrm>
            <a:off x="11507900" y="5345917"/>
            <a:ext cx="5188351" cy="48393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71" name="Shape 271"/>
        <p:cNvGrpSpPr/>
        <p:nvPr/>
      </p:nvGrpSpPr>
      <p:grpSpPr>
        <a:xfrm>
          <a:off x="0" y="0"/>
          <a:ext cx="0" cy="0"/>
          <a:chOff x="0" y="0"/>
          <a:chExt cx="0" cy="0"/>
        </a:xfrm>
      </p:grpSpPr>
      <p:sp>
        <p:nvSpPr>
          <p:cNvPr id="272" name="Google Shape;272;g3b27e36fe7b_0_73"/>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5 V’s in Big Data</a:t>
            </a:r>
            <a:endParaRPr sz="4000"/>
          </a:p>
        </p:txBody>
      </p:sp>
      <p:sp>
        <p:nvSpPr>
          <p:cNvPr id="273" name="Google Shape;273;g3b27e36fe7b_0_73"/>
          <p:cNvSpPr txBox="1"/>
          <p:nvPr/>
        </p:nvSpPr>
        <p:spPr>
          <a:xfrm>
            <a:off x="678275" y="1897300"/>
            <a:ext cx="16888800" cy="71160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AutoNum type="arabicPeriod"/>
            </a:pPr>
            <a:r>
              <a:rPr b="1" lang="en-US" sz="3399">
                <a:solidFill>
                  <a:srgbClr val="0C3571"/>
                </a:solidFill>
              </a:rPr>
              <a:t>Volume:</a:t>
            </a:r>
            <a:r>
              <a:rPr lang="en-US" sz="3399">
                <a:solidFill>
                  <a:srgbClr val="0C3571"/>
                </a:solidFill>
              </a:rPr>
              <a:t> The sheer massive scale of data being generated from sources like social media, sensors, and transactions, often too large for traditional systems.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AutoNum type="arabicPeriod"/>
            </a:pPr>
            <a:r>
              <a:rPr b="1" lang="en-US" sz="3399">
                <a:solidFill>
                  <a:srgbClr val="0C3571"/>
                </a:solidFill>
              </a:rPr>
              <a:t>Velocity:</a:t>
            </a:r>
            <a:r>
              <a:rPr lang="en-US" sz="3399">
                <a:solidFill>
                  <a:srgbClr val="0C3571"/>
                </a:solidFill>
              </a:rPr>
              <a:t> The speed at which data is created, collected, and needs to be processed, such as real-time stock trades or streaming data.</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AutoNum type="arabicPeriod"/>
            </a:pPr>
            <a:r>
              <a:rPr b="1" lang="en-US" sz="3399">
                <a:solidFill>
                  <a:srgbClr val="0C3571"/>
                </a:solidFill>
              </a:rPr>
              <a:t>Variety:</a:t>
            </a:r>
            <a:r>
              <a:rPr lang="en-US" sz="3399">
                <a:solidFill>
                  <a:srgbClr val="0C3571"/>
                </a:solidFill>
              </a:rPr>
              <a:t> The diversity of data formats, including structured (databases), unstructured (text, images, video), and semi-structured data.</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AutoNum type="arabicPeriod"/>
            </a:pPr>
            <a:r>
              <a:rPr b="1" lang="en-US" sz="3399">
                <a:solidFill>
                  <a:srgbClr val="0C3571"/>
                </a:solidFill>
              </a:rPr>
              <a:t>Veracity:</a:t>
            </a:r>
            <a:r>
              <a:rPr lang="en-US" sz="3399">
                <a:solidFill>
                  <a:srgbClr val="0C3571"/>
                </a:solidFill>
              </a:rPr>
              <a:t> The accuracy, reliability, and trustworthiness of the data, dealing with inconsistencies and biases to ensure data quality.</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AutoNum type="arabicPeriod"/>
            </a:pPr>
            <a:r>
              <a:rPr b="1" lang="en-US" sz="3399">
                <a:solidFill>
                  <a:srgbClr val="0C3571"/>
                </a:solidFill>
              </a:rPr>
              <a:t>Value:</a:t>
            </a:r>
            <a:r>
              <a:rPr lang="en-US" sz="3399">
                <a:solidFill>
                  <a:srgbClr val="0C3571"/>
                </a:solidFill>
              </a:rPr>
              <a:t> The ultimate goal which is extracting meaningful, actionable insights and economic benefit from the data to drive decisions and innovation.</a:t>
            </a:r>
            <a:endParaRPr sz="3399">
              <a:solidFill>
                <a:srgbClr val="0C357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77" name="Shape 277"/>
        <p:cNvGrpSpPr/>
        <p:nvPr/>
      </p:nvGrpSpPr>
      <p:grpSpPr>
        <a:xfrm>
          <a:off x="0" y="0"/>
          <a:ext cx="0" cy="0"/>
          <a:chOff x="0" y="0"/>
          <a:chExt cx="0" cy="0"/>
        </a:xfrm>
      </p:grpSpPr>
      <p:sp>
        <p:nvSpPr>
          <p:cNvPr id="278" name="Google Shape;278;g3b51c4b6432_0_0"/>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sp>
      <p:sp>
        <p:nvSpPr>
          <p:cNvPr id="279" name="Google Shape;279;g3b51c4b6432_0_0"/>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sp>
      <p:sp>
        <p:nvSpPr>
          <p:cNvPr id="280" name="Google Shape;280;g3b51c4b6432_0_0"/>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sp>
      <p:sp>
        <p:nvSpPr>
          <p:cNvPr id="281" name="Google Shape;281;g3b51c4b6432_0_0"/>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sp>
      <p:sp>
        <p:nvSpPr>
          <p:cNvPr id="282" name="Google Shape;282;g3b51c4b6432_0_0"/>
          <p:cNvSpPr/>
          <p:nvPr/>
        </p:nvSpPr>
        <p:spPr>
          <a:xfrm rot="7488241">
            <a:off x="-214655" y="7732732"/>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283" name="Google Shape;283;g3b51c4b6432_0_0"/>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284" name="Google Shape;284;g3b51c4b6432_0_0"/>
          <p:cNvSpPr txBox="1"/>
          <p:nvPr/>
        </p:nvSpPr>
        <p:spPr>
          <a:xfrm>
            <a:off x="2634754" y="3411124"/>
            <a:ext cx="13018500" cy="1077600"/>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1" lang="en-US" sz="7000">
                <a:solidFill>
                  <a:srgbClr val="0C3571"/>
                </a:solidFill>
                <a:latin typeface="Anta"/>
                <a:ea typeface="Anta"/>
                <a:cs typeface="Anta"/>
                <a:sym typeface="Anta"/>
              </a:rPr>
              <a:t>Datafication</a:t>
            </a:r>
            <a:endParaRPr sz="7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88" name="Shape 288"/>
        <p:cNvGrpSpPr/>
        <p:nvPr/>
      </p:nvGrpSpPr>
      <p:grpSpPr>
        <a:xfrm>
          <a:off x="0" y="0"/>
          <a:ext cx="0" cy="0"/>
          <a:chOff x="0" y="0"/>
          <a:chExt cx="0" cy="0"/>
        </a:xfrm>
      </p:grpSpPr>
      <p:sp>
        <p:nvSpPr>
          <p:cNvPr id="289" name="Google Shape;289;g3b51c4b6432_0_1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What is Datafication?</a:t>
            </a:r>
            <a:endParaRPr sz="4000"/>
          </a:p>
        </p:txBody>
      </p:sp>
      <p:sp>
        <p:nvSpPr>
          <p:cNvPr id="290" name="Google Shape;290;g3b51c4b6432_0_11"/>
          <p:cNvSpPr txBox="1"/>
          <p:nvPr/>
        </p:nvSpPr>
        <p:spPr>
          <a:xfrm>
            <a:off x="678275" y="1897300"/>
            <a:ext cx="16888800" cy="56508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Datafication </a:t>
            </a:r>
            <a:r>
              <a:rPr lang="en-US" sz="3399">
                <a:solidFill>
                  <a:srgbClr val="0C3571"/>
                </a:solidFill>
              </a:rPr>
              <a:t>is the process of converting aspects of life, business, and society—like behaviors, interactions, and phenomena—into quantifiable data that can be collected, stored, and analyzed, providing raw material for data science, machine learning, and AI to reveal patterns, make predictions, and generate new value, moving beyond simple digitization to capture the "what" and "how" of activities.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It turns previously unmeasurable things (like customer sentiment or traffic flow) into digital records, enabling deeper insights and improved decision-making. </a:t>
            </a:r>
            <a:endParaRPr sz="3399">
              <a:solidFill>
                <a:srgbClr val="0C3571"/>
              </a:solidFill>
            </a:endParaRPr>
          </a:p>
          <a:p>
            <a:pPr indent="0" lvl="0" marL="457200" marR="0" rtl="0" algn="just">
              <a:lnSpc>
                <a:spcPct val="140011"/>
              </a:lnSpc>
              <a:spcBef>
                <a:spcPts val="0"/>
              </a:spcBef>
              <a:spcAft>
                <a:spcPts val="0"/>
              </a:spcAft>
              <a:buNone/>
            </a:pPr>
            <a:r>
              <a:t/>
            </a:r>
            <a:endParaRPr b="1" sz="3399">
              <a:solidFill>
                <a:srgbClr val="0C357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294" name="Shape 294"/>
        <p:cNvGrpSpPr/>
        <p:nvPr/>
      </p:nvGrpSpPr>
      <p:grpSpPr>
        <a:xfrm>
          <a:off x="0" y="0"/>
          <a:ext cx="0" cy="0"/>
          <a:chOff x="0" y="0"/>
          <a:chExt cx="0" cy="0"/>
        </a:xfrm>
      </p:grpSpPr>
      <p:sp>
        <p:nvSpPr>
          <p:cNvPr id="295" name="Google Shape;295;g3b51c4b6432_0_22"/>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How Datafication is Performed?</a:t>
            </a:r>
            <a:endParaRPr sz="4000"/>
          </a:p>
        </p:txBody>
      </p:sp>
      <p:pic>
        <p:nvPicPr>
          <p:cNvPr id="296" name="Google Shape;296;g3b51c4b6432_0_22"/>
          <p:cNvPicPr preferRelativeResize="0"/>
          <p:nvPr/>
        </p:nvPicPr>
        <p:blipFill>
          <a:blip r:embed="rId3">
            <a:alphaModFix/>
          </a:blip>
          <a:stretch>
            <a:fillRect/>
          </a:stretch>
        </p:blipFill>
        <p:spPr>
          <a:xfrm>
            <a:off x="1642950" y="1786126"/>
            <a:ext cx="15002100" cy="78511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00" name="Shape 300"/>
        <p:cNvGrpSpPr/>
        <p:nvPr/>
      </p:nvGrpSpPr>
      <p:grpSpPr>
        <a:xfrm>
          <a:off x="0" y="0"/>
          <a:ext cx="0" cy="0"/>
          <a:chOff x="0" y="0"/>
          <a:chExt cx="0" cy="0"/>
        </a:xfrm>
      </p:grpSpPr>
      <p:sp>
        <p:nvSpPr>
          <p:cNvPr id="301" name="Google Shape;301;g3b51c4b6432_0_16"/>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How </a:t>
            </a:r>
            <a:r>
              <a:rPr b="1" lang="en-US" sz="4000">
                <a:solidFill>
                  <a:srgbClr val="0C3571"/>
                </a:solidFill>
                <a:latin typeface="Anta"/>
                <a:ea typeface="Anta"/>
                <a:cs typeface="Anta"/>
                <a:sym typeface="Anta"/>
              </a:rPr>
              <a:t>Datafication </a:t>
            </a:r>
            <a:r>
              <a:rPr b="1" lang="en-US" sz="4000">
                <a:solidFill>
                  <a:srgbClr val="0C3571"/>
                </a:solidFill>
                <a:latin typeface="Anta"/>
                <a:ea typeface="Anta"/>
                <a:cs typeface="Anta"/>
                <a:sym typeface="Anta"/>
              </a:rPr>
              <a:t>is Performed</a:t>
            </a:r>
            <a:r>
              <a:rPr b="1" lang="en-US" sz="4000">
                <a:solidFill>
                  <a:srgbClr val="0C3571"/>
                </a:solidFill>
                <a:latin typeface="Anta"/>
                <a:ea typeface="Anta"/>
                <a:cs typeface="Anta"/>
                <a:sym typeface="Anta"/>
              </a:rPr>
              <a:t>?</a:t>
            </a:r>
            <a:endParaRPr sz="4000"/>
          </a:p>
        </p:txBody>
      </p:sp>
      <p:sp>
        <p:nvSpPr>
          <p:cNvPr id="302" name="Google Shape;302;g3b51c4b6432_0_16"/>
          <p:cNvSpPr txBox="1"/>
          <p:nvPr/>
        </p:nvSpPr>
        <p:spPr>
          <a:xfrm>
            <a:off x="678275" y="1897300"/>
            <a:ext cx="16888800" cy="78483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1. Data Collection: </a:t>
            </a:r>
            <a:r>
              <a:rPr lang="en-US" sz="3399">
                <a:solidFill>
                  <a:srgbClr val="0C3571"/>
                </a:solidFill>
              </a:rPr>
              <a:t>It all starts with data collection and retrieval. This could be from anything you do—clicking on a website, using an app, or even just walking around with your smartphone. Devices and sensors collect this data, often without you even noticing.</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2. Data Storage: </a:t>
            </a:r>
            <a:r>
              <a:rPr lang="en-US" sz="3399">
                <a:solidFill>
                  <a:srgbClr val="0C3571"/>
                </a:solidFill>
              </a:rPr>
              <a:t>Once collected, this data needs a place to go. Think of it like storing your favorite movies or music. The data is saved in databases or cloud storage, where it can be accessed and used later.</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3. Data Processing: </a:t>
            </a:r>
            <a:r>
              <a:rPr lang="en-US" sz="3399">
                <a:solidFill>
                  <a:srgbClr val="0C3571"/>
                </a:solidFill>
              </a:rPr>
              <a:t>Here’s where things get interesting. The raw data collected isn’t very useful on its own. It’s like having all the ingredients for a cake but not baking it yet. Data processing involves data cleaning, organizing, and transforming this data into a more usable format. For example, if you’ve ever used a spreadsheet to track your expenses, you’ve engaged in a basic form of data processing.</a:t>
            </a:r>
            <a:endParaRPr sz="3399">
              <a:solidFill>
                <a:srgbClr val="0C357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06" name="Shape 306"/>
        <p:cNvGrpSpPr/>
        <p:nvPr/>
      </p:nvGrpSpPr>
      <p:grpSpPr>
        <a:xfrm>
          <a:off x="0" y="0"/>
          <a:ext cx="0" cy="0"/>
          <a:chOff x="0" y="0"/>
          <a:chExt cx="0" cy="0"/>
        </a:xfrm>
      </p:grpSpPr>
      <p:sp>
        <p:nvSpPr>
          <p:cNvPr id="307" name="Google Shape;307;g3b51c4b6432_0_28"/>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How Datafication is Performed?</a:t>
            </a:r>
            <a:endParaRPr sz="4000"/>
          </a:p>
        </p:txBody>
      </p:sp>
      <p:sp>
        <p:nvSpPr>
          <p:cNvPr id="308" name="Google Shape;308;g3b51c4b6432_0_28"/>
          <p:cNvSpPr txBox="1"/>
          <p:nvPr/>
        </p:nvSpPr>
        <p:spPr>
          <a:xfrm>
            <a:off x="699600" y="1706100"/>
            <a:ext cx="16888800" cy="85809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4. Data Analysis: </a:t>
            </a:r>
            <a:r>
              <a:rPr lang="en-US" sz="3399">
                <a:solidFill>
                  <a:srgbClr val="0C3571"/>
                </a:solidFill>
              </a:rPr>
              <a:t>This is the magic moment when data becomes valuable information. Using various tools and techniques, analysts can look at patterns and trends in the data. For example, they might discover that people tend to buy more ice cream on hot days—a useful insight for a business.</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5. Data Visualization:</a:t>
            </a:r>
            <a:r>
              <a:rPr lang="en-US" sz="3399">
                <a:solidFill>
                  <a:srgbClr val="0C3571"/>
                </a:solidFill>
              </a:rPr>
              <a:t> To make the data easy to understand, it’s often presented visually, like in charts or graphs. If you’ve ever seen a bar chart showing monthly sales or a line graph tracking your steps over time, you’ve encountered data visualization. This step helps people quickly grasp the insights hidden in the data.</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6. Data Application: </a:t>
            </a:r>
            <a:r>
              <a:rPr lang="en-US" sz="3399">
                <a:solidFill>
                  <a:srgbClr val="0C3571"/>
                </a:solidFill>
              </a:rPr>
              <a:t>Finally, the insights gained from data analysis are put to use. This could mean anything from tweaking a marketing strategy to designing a new product. For example, if data shows that customers prefer shopping online at certain times of the day, a business might run targeted ads during those hours.</a:t>
            </a:r>
            <a:endParaRPr sz="3399">
              <a:solidFill>
                <a:srgbClr val="0C357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12" name="Shape 312"/>
        <p:cNvGrpSpPr/>
        <p:nvPr/>
      </p:nvGrpSpPr>
      <p:grpSpPr>
        <a:xfrm>
          <a:off x="0" y="0"/>
          <a:ext cx="0" cy="0"/>
          <a:chOff x="0" y="0"/>
          <a:chExt cx="0" cy="0"/>
        </a:xfrm>
      </p:grpSpPr>
      <p:sp>
        <p:nvSpPr>
          <p:cNvPr id="313" name="Google Shape;313;g3b51c4b6432_0_34"/>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Why </a:t>
            </a:r>
            <a:r>
              <a:rPr b="1" lang="en-US" sz="4000">
                <a:solidFill>
                  <a:srgbClr val="0C3571"/>
                </a:solidFill>
                <a:latin typeface="Anta"/>
                <a:ea typeface="Anta"/>
                <a:cs typeface="Anta"/>
                <a:sym typeface="Anta"/>
              </a:rPr>
              <a:t>Datafication is important?</a:t>
            </a:r>
            <a:endParaRPr sz="4000"/>
          </a:p>
        </p:txBody>
      </p:sp>
      <p:pic>
        <p:nvPicPr>
          <p:cNvPr id="314" name="Google Shape;314;g3b51c4b6432_0_34"/>
          <p:cNvPicPr preferRelativeResize="0"/>
          <p:nvPr/>
        </p:nvPicPr>
        <p:blipFill>
          <a:blip r:embed="rId3">
            <a:alphaModFix/>
          </a:blip>
          <a:stretch>
            <a:fillRect/>
          </a:stretch>
        </p:blipFill>
        <p:spPr>
          <a:xfrm>
            <a:off x="3429000" y="2152644"/>
            <a:ext cx="11430000" cy="5981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18" name="Shape 318"/>
        <p:cNvGrpSpPr/>
        <p:nvPr/>
      </p:nvGrpSpPr>
      <p:grpSpPr>
        <a:xfrm>
          <a:off x="0" y="0"/>
          <a:ext cx="0" cy="0"/>
          <a:chOff x="0" y="0"/>
          <a:chExt cx="0" cy="0"/>
        </a:xfrm>
      </p:grpSpPr>
      <p:sp>
        <p:nvSpPr>
          <p:cNvPr id="319" name="Google Shape;319;g3b51c4b6432_0_40"/>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How Datafication is Performed?</a:t>
            </a:r>
            <a:endParaRPr sz="4000"/>
          </a:p>
        </p:txBody>
      </p:sp>
      <p:sp>
        <p:nvSpPr>
          <p:cNvPr id="320" name="Google Shape;320;g3b51c4b6432_0_40"/>
          <p:cNvSpPr txBox="1"/>
          <p:nvPr/>
        </p:nvSpPr>
        <p:spPr>
          <a:xfrm>
            <a:off x="699600" y="1706100"/>
            <a:ext cx="16888800" cy="85809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1. Informed Decision-Making</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Imagine you’re planning a vacation. You want to find the best hotel at the best price, right? Datafication plays a huge role here. By analyzing data from various travel websites, you can compare prices, read reviews, and even see trends in booking rates.</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2. Personalization</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Have you ever noticed how streaming or retail services like Netflix or Amazon seem to know exactly what you want to watch or order next? That’s datafication at work.</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3. Efficiency and Innovation</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Datafication isn’t just about making things convenient; it’s also about driving efficiency and innovation. Think about the last time you used a navigation app like Google Maps. The app collects real-time traffic data from millions of users to provide the quickest route to your destination.</a:t>
            </a:r>
            <a:endParaRPr sz="3399">
              <a:solidFill>
                <a:srgbClr val="0C357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24" name="Shape 324"/>
        <p:cNvGrpSpPr/>
        <p:nvPr/>
      </p:nvGrpSpPr>
      <p:grpSpPr>
        <a:xfrm>
          <a:off x="0" y="0"/>
          <a:ext cx="0" cy="0"/>
          <a:chOff x="0" y="0"/>
          <a:chExt cx="0" cy="0"/>
        </a:xfrm>
      </p:grpSpPr>
      <p:sp>
        <p:nvSpPr>
          <p:cNvPr id="325" name="Google Shape;325;g3b51c4b6432_0_45"/>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How Datafication is Performed?</a:t>
            </a:r>
            <a:endParaRPr sz="4000"/>
          </a:p>
        </p:txBody>
      </p:sp>
      <p:sp>
        <p:nvSpPr>
          <p:cNvPr id="326" name="Google Shape;326;g3b51c4b6432_0_45"/>
          <p:cNvSpPr txBox="1"/>
          <p:nvPr/>
        </p:nvSpPr>
        <p:spPr>
          <a:xfrm>
            <a:off x="699600" y="1706100"/>
            <a:ext cx="16888800" cy="63834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4. Enhanced User Experience</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Companies use datafication to improve your overall experience with their products or services. For instance, if you’ve ever received an email from a company asking for feedback on a recent purchase, that’s datafication at work.</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5. Predictive Capabilities</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Another exciting aspect of datafication is its predictive capabilities. By analyzing past behaviors and trends, businesses can predict future outcomes.</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For example, a retailer might use data to forecast which products will be popular during the holiday season, allowing them to stock up accordingly.</a:t>
            </a:r>
            <a:endParaRPr sz="3399">
              <a:solidFill>
                <a:srgbClr val="0C357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30" name="Shape 330"/>
        <p:cNvGrpSpPr/>
        <p:nvPr/>
      </p:nvGrpSpPr>
      <p:grpSpPr>
        <a:xfrm>
          <a:off x="0" y="0"/>
          <a:ext cx="0" cy="0"/>
          <a:chOff x="0" y="0"/>
          <a:chExt cx="0" cy="0"/>
        </a:xfrm>
      </p:grpSpPr>
      <p:sp>
        <p:nvSpPr>
          <p:cNvPr id="331" name="Google Shape;331;g3b51c4b6432_0_5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Real World Examples of Datafication</a:t>
            </a:r>
            <a:endParaRPr sz="4000"/>
          </a:p>
        </p:txBody>
      </p:sp>
      <p:pic>
        <p:nvPicPr>
          <p:cNvPr id="332" name="Google Shape;332;g3b51c4b6432_0_51"/>
          <p:cNvPicPr preferRelativeResize="0"/>
          <p:nvPr/>
        </p:nvPicPr>
        <p:blipFill>
          <a:blip r:embed="rId3">
            <a:alphaModFix/>
          </a:blip>
          <a:stretch>
            <a:fillRect/>
          </a:stretch>
        </p:blipFill>
        <p:spPr>
          <a:xfrm>
            <a:off x="2442175" y="1808727"/>
            <a:ext cx="13403649" cy="7014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36" name="Shape 336"/>
        <p:cNvGrpSpPr/>
        <p:nvPr/>
      </p:nvGrpSpPr>
      <p:grpSpPr>
        <a:xfrm>
          <a:off x="0" y="0"/>
          <a:ext cx="0" cy="0"/>
          <a:chOff x="0" y="0"/>
          <a:chExt cx="0" cy="0"/>
        </a:xfrm>
      </p:grpSpPr>
      <p:sp>
        <p:nvSpPr>
          <p:cNvPr id="337" name="Google Shape;337;g3b51c4b6432_0_57"/>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Real World Examples of Datafication</a:t>
            </a:r>
            <a:endParaRPr sz="4000"/>
          </a:p>
        </p:txBody>
      </p:sp>
      <p:sp>
        <p:nvSpPr>
          <p:cNvPr id="338" name="Google Shape;338;g3b51c4b6432_0_57"/>
          <p:cNvSpPr txBox="1"/>
          <p:nvPr/>
        </p:nvSpPr>
        <p:spPr>
          <a:xfrm>
            <a:off x="699600" y="1706100"/>
            <a:ext cx="16888800" cy="71160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AutoNum type="arabicPeriod"/>
            </a:pPr>
            <a:r>
              <a:rPr b="1" lang="en-US" sz="3399">
                <a:solidFill>
                  <a:srgbClr val="0C3571"/>
                </a:solidFill>
              </a:rPr>
              <a:t>Social Media </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These platforms collect data on your interactions—likes, shares, comments, and even the time you spend looking at certain posts. By analyzing this data, social media companies can tailor your feed to show more of what you like and less of what you don’t.</a:t>
            </a:r>
            <a:endParaRPr sz="3399">
              <a:solidFill>
                <a:srgbClr val="0C3571"/>
              </a:solidFill>
            </a:endParaRPr>
          </a:p>
          <a:p>
            <a:pPr indent="0" lvl="0" marL="0" marR="0" rtl="0" algn="just">
              <a:lnSpc>
                <a:spcPct val="140011"/>
              </a:lnSpc>
              <a:spcBef>
                <a:spcPts val="0"/>
              </a:spcBef>
              <a:spcAft>
                <a:spcPts val="0"/>
              </a:spcAft>
              <a:buNone/>
            </a:pPr>
            <a:r>
              <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This isn’t just about keeping you engaged, it’s also about delivering targeted ads that are relevant to you. If you’ve ever seen an ad pop up for something you were just thinking about, it’s because datafication has been at work, analyzing your behavior and preferences.</a:t>
            </a:r>
            <a:endParaRPr sz="3399">
              <a:solidFill>
                <a:srgbClr val="0C357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42" name="Shape 342"/>
        <p:cNvGrpSpPr/>
        <p:nvPr/>
      </p:nvGrpSpPr>
      <p:grpSpPr>
        <a:xfrm>
          <a:off x="0" y="0"/>
          <a:ext cx="0" cy="0"/>
          <a:chOff x="0" y="0"/>
          <a:chExt cx="0" cy="0"/>
        </a:xfrm>
      </p:grpSpPr>
      <p:sp>
        <p:nvSpPr>
          <p:cNvPr id="343" name="Google Shape;343;g3b51c4b6432_0_68"/>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Real World Examples of Datafication</a:t>
            </a:r>
            <a:endParaRPr sz="4000"/>
          </a:p>
        </p:txBody>
      </p:sp>
      <p:sp>
        <p:nvSpPr>
          <p:cNvPr id="344" name="Google Shape;344;g3b51c4b6432_0_68"/>
          <p:cNvSpPr txBox="1"/>
          <p:nvPr/>
        </p:nvSpPr>
        <p:spPr>
          <a:xfrm>
            <a:off x="699600" y="1706100"/>
            <a:ext cx="16888800" cy="71160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2. Smart Homes</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Imagine coming home after a long day, and your house adjusts the lighting, temperature, and even plays your favorite music as you walk in. </a:t>
            </a:r>
            <a:endParaRPr sz="3399">
              <a:solidFill>
                <a:srgbClr val="0C3571"/>
              </a:solidFill>
            </a:endParaRPr>
          </a:p>
          <a:p>
            <a:pPr indent="0" lvl="0" marL="0" marR="0" rtl="0" algn="just">
              <a:lnSpc>
                <a:spcPct val="140011"/>
              </a:lnSpc>
              <a:spcBef>
                <a:spcPts val="0"/>
              </a:spcBef>
              <a:spcAft>
                <a:spcPts val="0"/>
              </a:spcAft>
              <a:buNone/>
            </a:pPr>
            <a:r>
              <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Devices like smart thermostats, lights, and security systems collect data on your daily routines and preferences. They learn when you typically get home, your preferred temperature settings, and even the times when you’re usually away.</a:t>
            </a:r>
            <a:endParaRPr sz="3399">
              <a:solidFill>
                <a:srgbClr val="0C3571"/>
              </a:solidFill>
            </a:endParaRPr>
          </a:p>
          <a:p>
            <a:pPr indent="0" lvl="0" marL="0" marR="0" rtl="0" algn="just">
              <a:lnSpc>
                <a:spcPct val="140011"/>
              </a:lnSpc>
              <a:spcBef>
                <a:spcPts val="0"/>
              </a:spcBef>
              <a:spcAft>
                <a:spcPts val="0"/>
              </a:spcAft>
              <a:buNone/>
            </a:pPr>
            <a:r>
              <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This data helps automate tasks, making your life more convenient and energy-efficient. It’s like having a personal butler who knows your preferences and schedules.</a:t>
            </a:r>
            <a:endParaRPr sz="3399">
              <a:solidFill>
                <a:srgbClr val="0C357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48" name="Shape 348"/>
        <p:cNvGrpSpPr/>
        <p:nvPr/>
      </p:nvGrpSpPr>
      <p:grpSpPr>
        <a:xfrm>
          <a:off x="0" y="0"/>
          <a:ext cx="0" cy="0"/>
          <a:chOff x="0" y="0"/>
          <a:chExt cx="0" cy="0"/>
        </a:xfrm>
      </p:grpSpPr>
      <p:sp>
        <p:nvSpPr>
          <p:cNvPr id="349" name="Google Shape;349;g3b51c4b6432_0_63"/>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Real World Examples of Datafication</a:t>
            </a:r>
            <a:endParaRPr sz="4000"/>
          </a:p>
        </p:txBody>
      </p:sp>
      <p:sp>
        <p:nvSpPr>
          <p:cNvPr id="350" name="Google Shape;350;g3b51c4b6432_0_63"/>
          <p:cNvSpPr txBox="1"/>
          <p:nvPr/>
        </p:nvSpPr>
        <p:spPr>
          <a:xfrm>
            <a:off x="699600" y="1706100"/>
            <a:ext cx="16888800" cy="78483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3. Fitness Trackers</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If you’ve ever used a fitness tracker like a Fitbit or an Apple Watch, you’re already familiar with datafication in action. These devices collect data on your steps, heart rate, sleep patterns, and more.</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This data isn’t just for show, it helps you understand your health and fitness levels. For example, by tracking your steps and calories burned, you can set and achieve fitness goals.</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If your heart rate spikes unexpectedly, your device can alert you to potential health issues. Moreover, many fitness apps allow you to share your data with healthcare providers, giving them valuable insights into your health that can lead to better, more personalized care.</a:t>
            </a:r>
            <a:endParaRPr sz="3399">
              <a:solidFill>
                <a:srgbClr val="0C357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54" name="Shape 354"/>
        <p:cNvGrpSpPr/>
        <p:nvPr/>
      </p:nvGrpSpPr>
      <p:grpSpPr>
        <a:xfrm>
          <a:off x="0" y="0"/>
          <a:ext cx="0" cy="0"/>
          <a:chOff x="0" y="0"/>
          <a:chExt cx="0" cy="0"/>
        </a:xfrm>
      </p:grpSpPr>
      <p:sp>
        <p:nvSpPr>
          <p:cNvPr id="355" name="Google Shape;355;g3b51c4b6432_0_73"/>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Real World Examples of Datafication</a:t>
            </a:r>
            <a:endParaRPr sz="4000"/>
          </a:p>
        </p:txBody>
      </p:sp>
      <p:sp>
        <p:nvSpPr>
          <p:cNvPr id="356" name="Google Shape;356;g3b51c4b6432_0_73"/>
          <p:cNvSpPr txBox="1"/>
          <p:nvPr/>
        </p:nvSpPr>
        <p:spPr>
          <a:xfrm>
            <a:off x="699600" y="1706100"/>
            <a:ext cx="16888800" cy="78483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4. Retail and Online Shopping</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Have you ever noticed how online stores like Amazon seem to know exactly what you want to buy? This isn’t just clever marketing, it’s datafication at work.</a:t>
            </a:r>
            <a:endParaRPr sz="3399">
              <a:solidFill>
                <a:srgbClr val="0C3571"/>
              </a:solidFill>
            </a:endParaRPr>
          </a:p>
          <a:p>
            <a:pPr indent="0" lvl="0" marL="0" marR="0" rtl="0" algn="just">
              <a:lnSpc>
                <a:spcPct val="140011"/>
              </a:lnSpc>
              <a:spcBef>
                <a:spcPts val="0"/>
              </a:spcBef>
              <a:spcAft>
                <a:spcPts val="0"/>
              </a:spcAft>
              <a:buNone/>
            </a:pPr>
            <a:r>
              <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Retailers track your browsing history, past purchases, and even the items you’ve looked at but didn’t buy. By analyzing this data, they can recommend products that are tailored to your tastes and needs.</a:t>
            </a:r>
            <a:endParaRPr sz="3399">
              <a:solidFill>
                <a:srgbClr val="0C3571"/>
              </a:solidFill>
            </a:endParaRPr>
          </a:p>
          <a:p>
            <a:pPr indent="0" lvl="0" marL="0" marR="0" rtl="0" algn="just">
              <a:lnSpc>
                <a:spcPct val="140011"/>
              </a:lnSpc>
              <a:spcBef>
                <a:spcPts val="0"/>
              </a:spcBef>
              <a:spcAft>
                <a:spcPts val="0"/>
              </a:spcAft>
              <a:buNone/>
            </a:pPr>
            <a:r>
              <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This personalized shopping experience not only makes it easier for you to find what you’re looking for but also introduces you to new products you might not have considered otherwise.</a:t>
            </a:r>
            <a:endParaRPr sz="3399">
              <a:solidFill>
                <a:srgbClr val="0C357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60" name="Shape 360"/>
        <p:cNvGrpSpPr/>
        <p:nvPr/>
      </p:nvGrpSpPr>
      <p:grpSpPr>
        <a:xfrm>
          <a:off x="0" y="0"/>
          <a:ext cx="0" cy="0"/>
          <a:chOff x="0" y="0"/>
          <a:chExt cx="0" cy="0"/>
        </a:xfrm>
      </p:grpSpPr>
      <p:sp>
        <p:nvSpPr>
          <p:cNvPr id="361" name="Google Shape;361;g3b51c4b6432_0_8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Real World Examples of Datafication</a:t>
            </a:r>
            <a:endParaRPr sz="4000"/>
          </a:p>
        </p:txBody>
      </p:sp>
      <p:sp>
        <p:nvSpPr>
          <p:cNvPr id="362" name="Google Shape;362;g3b51c4b6432_0_81"/>
          <p:cNvSpPr txBox="1"/>
          <p:nvPr/>
        </p:nvSpPr>
        <p:spPr>
          <a:xfrm>
            <a:off x="699600" y="1706100"/>
            <a:ext cx="16888800" cy="85809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5. Navigation and Ride-Sharing Apps</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Ever used Google Maps or a ride-sharing app like Uber or Ola? These services are excellent examples of datafication in action. They collect data from millions of users to provide real-time traffic updates, optimal routes, and estimated arrival times.</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For ride-sharing apps, this data helps match you with drivers and calculate fare estimates based on distance, traffic, and time of day. This not only makes your commute more efficient but also enhances safety by providing you with accurate and up-to-date information.</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These examples show how datafication is seamlessly integrated into our daily lives, often in ways we don’t even notice. As you continue to interact with these technologies, being aware of how your data is used can help you make more informed decisions and fully enjoy the benefits of a data-driven world.</a:t>
            </a:r>
            <a:endParaRPr sz="3399">
              <a:solidFill>
                <a:srgbClr val="0C357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66" name="Shape 366"/>
        <p:cNvGrpSpPr/>
        <p:nvPr/>
      </p:nvGrpSpPr>
      <p:grpSpPr>
        <a:xfrm>
          <a:off x="0" y="0"/>
          <a:ext cx="0" cy="0"/>
          <a:chOff x="0" y="0"/>
          <a:chExt cx="0" cy="0"/>
        </a:xfrm>
      </p:grpSpPr>
      <p:sp>
        <p:nvSpPr>
          <p:cNvPr id="367" name="Google Shape;367;g3b51c4b6432_0_91"/>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sp>
      <p:sp>
        <p:nvSpPr>
          <p:cNvPr id="368" name="Google Shape;368;g3b51c4b6432_0_91"/>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sp>
      <p:sp>
        <p:nvSpPr>
          <p:cNvPr id="369" name="Google Shape;369;g3b51c4b6432_0_91"/>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sp>
      <p:sp>
        <p:nvSpPr>
          <p:cNvPr id="370" name="Google Shape;370;g3b51c4b6432_0_91"/>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sp>
      <p:sp>
        <p:nvSpPr>
          <p:cNvPr id="371" name="Google Shape;371;g3b51c4b6432_0_91"/>
          <p:cNvSpPr/>
          <p:nvPr/>
        </p:nvSpPr>
        <p:spPr>
          <a:xfrm rot="7488241">
            <a:off x="-214655" y="7732732"/>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372" name="Google Shape;372;g3b51c4b6432_0_91"/>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373" name="Google Shape;373;g3b51c4b6432_0_91"/>
          <p:cNvSpPr txBox="1"/>
          <p:nvPr/>
        </p:nvSpPr>
        <p:spPr>
          <a:xfrm>
            <a:off x="2634754" y="3411124"/>
            <a:ext cx="13018500" cy="4094400"/>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1" lang="en-US" sz="7000">
                <a:solidFill>
                  <a:srgbClr val="0C3571"/>
                </a:solidFill>
                <a:latin typeface="Anta"/>
                <a:ea typeface="Anta"/>
                <a:cs typeface="Anta"/>
                <a:sym typeface="Anta"/>
              </a:rPr>
              <a:t>Current landscape of perspectives – Skill sets needed</a:t>
            </a:r>
            <a:endParaRPr sz="7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77" name="Shape 377"/>
        <p:cNvGrpSpPr/>
        <p:nvPr/>
      </p:nvGrpSpPr>
      <p:grpSpPr>
        <a:xfrm>
          <a:off x="0" y="0"/>
          <a:ext cx="0" cy="0"/>
          <a:chOff x="0" y="0"/>
          <a:chExt cx="0" cy="0"/>
        </a:xfrm>
      </p:grpSpPr>
      <p:sp>
        <p:nvSpPr>
          <p:cNvPr id="378" name="Google Shape;378;g3b51c4b6432_0_86"/>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Current landscape of perspectives</a:t>
            </a:r>
            <a:endParaRPr sz="4000"/>
          </a:p>
        </p:txBody>
      </p:sp>
      <p:sp>
        <p:nvSpPr>
          <p:cNvPr id="379" name="Google Shape;379;g3b51c4b6432_0_86"/>
          <p:cNvSpPr txBox="1"/>
          <p:nvPr/>
        </p:nvSpPr>
        <p:spPr>
          <a:xfrm>
            <a:off x="699600" y="1706100"/>
            <a:ext cx="16888800" cy="85809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Business/Economic</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Focuses on driving efficiency, customer understanding, and new revenue streams through data-driven decisions.</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Technical/Analytical</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Emphasizes using statistical methods, machine learning (ML), and AI to find patterns and predict outcomes.</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Ethical/Societal</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Addresses privacy, bias, and the responsible use of data, ensuring fairness and minimizing negative impacts.</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Interdisciplinary</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Recognizes the need for collaboration between data scientists, domain experts (healthcare, finance), and humanities to tackle complex problems.</a:t>
            </a:r>
            <a:endParaRPr sz="3399">
              <a:solidFill>
                <a:srgbClr val="0C357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83" name="Shape 383"/>
        <p:cNvGrpSpPr/>
        <p:nvPr/>
      </p:nvGrpSpPr>
      <p:grpSpPr>
        <a:xfrm>
          <a:off x="0" y="0"/>
          <a:ext cx="0" cy="0"/>
          <a:chOff x="0" y="0"/>
          <a:chExt cx="0" cy="0"/>
        </a:xfrm>
      </p:grpSpPr>
      <p:sp>
        <p:nvSpPr>
          <p:cNvPr id="384" name="Google Shape;384;g3b51c4b6432_0_11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Current landscape of perspectives</a:t>
            </a:r>
            <a:endParaRPr sz="4000"/>
          </a:p>
        </p:txBody>
      </p:sp>
      <p:sp>
        <p:nvSpPr>
          <p:cNvPr id="385" name="Google Shape;385;g3b51c4b6432_0_111"/>
          <p:cNvSpPr txBox="1"/>
          <p:nvPr/>
        </p:nvSpPr>
        <p:spPr>
          <a:xfrm>
            <a:off x="699600" y="1706100"/>
            <a:ext cx="16888800" cy="93135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AI and Machine Learning</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Data science is increasingly intertwined with artificial intelligence (AI) and machine learning, enabling more advanced predictive analytics and automation of data-driven processes.</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Big Data</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The proliferation of big data continues to shape the data science landscape, with organizations leveraging large volumes of data from diverse sources to gain insights and make informed decisions.</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Ethics and Privacy</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There is a growing emphasis on ethical considerations and privacy concerns in data science, with a focus on responsible data usage, transparency, and compliance with regulations such as GDPR.</a:t>
            </a:r>
            <a:endParaRPr sz="3399">
              <a:solidFill>
                <a:srgbClr val="0C3571"/>
              </a:solidFill>
            </a:endParaRPr>
          </a:p>
          <a:p>
            <a:pPr indent="0" lvl="0" marL="0" marR="0" rtl="0" algn="just">
              <a:lnSpc>
                <a:spcPct val="140011"/>
              </a:lnSpc>
              <a:spcBef>
                <a:spcPts val="0"/>
              </a:spcBef>
              <a:spcAft>
                <a:spcPts val="0"/>
              </a:spcAft>
              <a:buNone/>
            </a:pPr>
            <a:r>
              <a:t/>
            </a:r>
            <a:endParaRPr b="1" sz="3399">
              <a:solidFill>
                <a:srgbClr val="0C357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89" name="Shape 389"/>
        <p:cNvGrpSpPr/>
        <p:nvPr/>
      </p:nvGrpSpPr>
      <p:grpSpPr>
        <a:xfrm>
          <a:off x="0" y="0"/>
          <a:ext cx="0" cy="0"/>
          <a:chOff x="0" y="0"/>
          <a:chExt cx="0" cy="0"/>
        </a:xfrm>
      </p:grpSpPr>
      <p:sp>
        <p:nvSpPr>
          <p:cNvPr id="390" name="Google Shape;390;g3b51c4b6432_0_116"/>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Current landscape of perspectives</a:t>
            </a:r>
            <a:endParaRPr sz="4000"/>
          </a:p>
        </p:txBody>
      </p:sp>
      <p:sp>
        <p:nvSpPr>
          <p:cNvPr id="391" name="Google Shape;391;g3b51c4b6432_0_116"/>
          <p:cNvSpPr txBox="1"/>
          <p:nvPr/>
        </p:nvSpPr>
        <p:spPr>
          <a:xfrm>
            <a:off x="699600" y="1706100"/>
            <a:ext cx="16888800" cy="56508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Interdisciplinary Collaboration</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Data science is increasingly viewed as a multidisciplinary field, requiring collaboration between data scientists, domain experts, and stakeholders to ensure the meaningful interpretation and application of data-driven insights.</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Data Visualization and Interpretability</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The importance of effective data visualization and interpretability techniques is on the rise, as stakeholders seek to comprehend and communicate complex data findings in a more accessible manner.</a:t>
            </a:r>
            <a:endParaRPr sz="3399">
              <a:solidFill>
                <a:srgbClr val="0C357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395" name="Shape 395"/>
        <p:cNvGrpSpPr/>
        <p:nvPr/>
      </p:nvGrpSpPr>
      <p:grpSpPr>
        <a:xfrm>
          <a:off x="0" y="0"/>
          <a:ext cx="0" cy="0"/>
          <a:chOff x="0" y="0"/>
          <a:chExt cx="0" cy="0"/>
        </a:xfrm>
      </p:grpSpPr>
      <p:sp>
        <p:nvSpPr>
          <p:cNvPr id="396" name="Google Shape;396;g3b51c4b6432_0_10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Skill sets needed</a:t>
            </a:r>
            <a:endParaRPr sz="4000"/>
          </a:p>
        </p:txBody>
      </p:sp>
      <p:sp>
        <p:nvSpPr>
          <p:cNvPr id="397" name="Google Shape;397;g3b51c4b6432_0_101"/>
          <p:cNvSpPr txBox="1"/>
          <p:nvPr/>
        </p:nvSpPr>
        <p:spPr>
          <a:xfrm>
            <a:off x="699600" y="1706100"/>
            <a:ext cx="16888800" cy="78483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Programming</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Python (for data manipulation/ML) &amp; SQL (for database queries).</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Data Engineering</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ETL (Extract, Transform, Load) tools (Apache Airflow, Talend), cloud platforms (AWS Glue), building data pipelines.</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Data Analysis &amp; ML</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Statistics, probability, regression models, machine learning algorithms (PCA, SVD), and AI.</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Data Visualization</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Tools to present insights clearly (dashboards, graphs).</a:t>
            </a:r>
            <a:endParaRPr sz="3399">
              <a:solidFill>
                <a:srgbClr val="0C3571"/>
              </a:solidFill>
            </a:endParaRPr>
          </a:p>
          <a:p>
            <a:pPr indent="0" lvl="0" marL="0" marR="0" rtl="0" algn="just">
              <a:lnSpc>
                <a:spcPct val="140011"/>
              </a:lnSpc>
              <a:spcBef>
                <a:spcPts val="0"/>
              </a:spcBef>
              <a:spcAft>
                <a:spcPts val="0"/>
              </a:spcAft>
              <a:buNone/>
            </a:pPr>
            <a:r>
              <a:t/>
            </a:r>
            <a:endParaRPr b="1" sz="3399">
              <a:solidFill>
                <a:srgbClr val="0C357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01" name="Shape 401"/>
        <p:cNvGrpSpPr/>
        <p:nvPr/>
      </p:nvGrpSpPr>
      <p:grpSpPr>
        <a:xfrm>
          <a:off x="0" y="0"/>
          <a:ext cx="0" cy="0"/>
          <a:chOff x="0" y="0"/>
          <a:chExt cx="0" cy="0"/>
        </a:xfrm>
      </p:grpSpPr>
      <p:sp>
        <p:nvSpPr>
          <p:cNvPr id="402" name="Google Shape;402;g3b51c4b6432_0_106"/>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Skill sets needed</a:t>
            </a:r>
            <a:endParaRPr sz="4000"/>
          </a:p>
        </p:txBody>
      </p:sp>
      <p:sp>
        <p:nvSpPr>
          <p:cNvPr id="403" name="Google Shape;403;g3b51c4b6432_0_106"/>
          <p:cNvSpPr txBox="1"/>
          <p:nvPr/>
        </p:nvSpPr>
        <p:spPr>
          <a:xfrm>
            <a:off x="699600" y="1706100"/>
            <a:ext cx="16888800" cy="34533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Domain Knowledge</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Understanding the specific industry (finance, healthcare) to ask the right questions and interpret results.</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Soft Skills</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Critical thinking, problem-solving, and ethical awareness to handle data responsibly.</a:t>
            </a:r>
            <a:endParaRPr sz="3399">
              <a:solidFill>
                <a:srgbClr val="0C357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07" name="Shape 407"/>
        <p:cNvGrpSpPr/>
        <p:nvPr/>
      </p:nvGrpSpPr>
      <p:grpSpPr>
        <a:xfrm>
          <a:off x="0" y="0"/>
          <a:ext cx="0" cy="0"/>
          <a:chOff x="0" y="0"/>
          <a:chExt cx="0" cy="0"/>
        </a:xfrm>
      </p:grpSpPr>
      <p:sp>
        <p:nvSpPr>
          <p:cNvPr id="408" name="Google Shape;408;g3b51c4b6432_0_121"/>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sp>
      <p:sp>
        <p:nvSpPr>
          <p:cNvPr id="409" name="Google Shape;409;g3b51c4b6432_0_121"/>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sp>
      <p:sp>
        <p:nvSpPr>
          <p:cNvPr id="410" name="Google Shape;410;g3b51c4b6432_0_121"/>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sp>
      <p:sp>
        <p:nvSpPr>
          <p:cNvPr id="411" name="Google Shape;411;g3b51c4b6432_0_121"/>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sp>
      <p:sp>
        <p:nvSpPr>
          <p:cNvPr id="412" name="Google Shape;412;g3b51c4b6432_0_121"/>
          <p:cNvSpPr/>
          <p:nvPr/>
        </p:nvSpPr>
        <p:spPr>
          <a:xfrm rot="7488241">
            <a:off x="-214655" y="7732732"/>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413" name="Google Shape;413;g3b51c4b6432_0_121"/>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414" name="Google Shape;414;g3b51c4b6432_0_121"/>
          <p:cNvSpPr txBox="1"/>
          <p:nvPr/>
        </p:nvSpPr>
        <p:spPr>
          <a:xfrm>
            <a:off x="2634754" y="3411124"/>
            <a:ext cx="13018500" cy="5602800"/>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1" lang="en-US" sz="7000">
                <a:solidFill>
                  <a:srgbClr val="0C3571"/>
                </a:solidFill>
                <a:latin typeface="Anta"/>
                <a:ea typeface="Anta"/>
                <a:cs typeface="Anta"/>
                <a:sym typeface="Anta"/>
              </a:rPr>
              <a:t>Matrices</a:t>
            </a:r>
            <a:endParaRPr b="1" sz="7000">
              <a:solidFill>
                <a:srgbClr val="0C3571"/>
              </a:solidFill>
              <a:latin typeface="Anta"/>
              <a:ea typeface="Anta"/>
              <a:cs typeface="Anta"/>
              <a:sym typeface="Anta"/>
            </a:endParaRPr>
          </a:p>
          <a:p>
            <a:pPr indent="0" lvl="0" marL="0" marR="0" rtl="0" algn="ctr">
              <a:lnSpc>
                <a:spcPct val="140001"/>
              </a:lnSpc>
              <a:spcBef>
                <a:spcPts val="0"/>
              </a:spcBef>
              <a:spcAft>
                <a:spcPts val="0"/>
              </a:spcAft>
              <a:buNone/>
            </a:pPr>
            <a:r>
              <a:rPr b="1" lang="en-US" sz="7000">
                <a:solidFill>
                  <a:srgbClr val="0C3571"/>
                </a:solidFill>
                <a:latin typeface="Anta"/>
                <a:ea typeface="Anta"/>
                <a:cs typeface="Anta"/>
                <a:sym typeface="Anta"/>
              </a:rPr>
              <a:t>– Matrices to represent relations between data</a:t>
            </a:r>
            <a:endParaRPr b="1" sz="7000">
              <a:solidFill>
                <a:srgbClr val="0C3571"/>
              </a:solidFill>
              <a:latin typeface="Anta"/>
              <a:ea typeface="Anta"/>
              <a:cs typeface="Anta"/>
              <a:sym typeface="Anta"/>
            </a:endParaRPr>
          </a:p>
          <a:p>
            <a:pPr indent="0" lvl="0" marL="0" marR="0" rtl="0" algn="ctr">
              <a:lnSpc>
                <a:spcPct val="140001"/>
              </a:lnSpc>
              <a:spcBef>
                <a:spcPts val="0"/>
              </a:spcBef>
              <a:spcAft>
                <a:spcPts val="0"/>
              </a:spcAft>
              <a:buNone/>
            </a:pPr>
            <a:r>
              <a:t/>
            </a:r>
            <a:endParaRPr b="1" sz="7000">
              <a:solidFill>
                <a:srgbClr val="0C3571"/>
              </a:solidFill>
              <a:latin typeface="Anta"/>
              <a:ea typeface="Anta"/>
              <a:cs typeface="Anta"/>
              <a:sym typeface="Ant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18" name="Shape 418"/>
        <p:cNvGrpSpPr/>
        <p:nvPr/>
      </p:nvGrpSpPr>
      <p:grpSpPr>
        <a:xfrm>
          <a:off x="0" y="0"/>
          <a:ext cx="0" cy="0"/>
          <a:chOff x="0" y="0"/>
          <a:chExt cx="0" cy="0"/>
        </a:xfrm>
      </p:grpSpPr>
      <p:sp>
        <p:nvSpPr>
          <p:cNvPr id="419" name="Google Shape;419;g3b51c4b6432_0_14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What is Matrices in Data Science?</a:t>
            </a:r>
            <a:endParaRPr sz="4000"/>
          </a:p>
        </p:txBody>
      </p:sp>
      <p:sp>
        <p:nvSpPr>
          <p:cNvPr id="420" name="Google Shape;420;g3b51c4b6432_0_141"/>
          <p:cNvSpPr txBox="1"/>
          <p:nvPr/>
        </p:nvSpPr>
        <p:spPr>
          <a:xfrm>
            <a:off x="699600" y="1706100"/>
            <a:ext cx="16888800" cy="49182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Matrices are a foundational concept in data science that underpins a wide range of mathematical and computational operations used for analyzing and manipulating data.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It provides a structured and organized way to represent information, making it easier to process and extract meaningful insights. In this comprehensive explanation, we’ll delve deeper into matrices in the context of data science, exploring their properties, operations, and applications.</a:t>
            </a:r>
            <a:endParaRPr sz="3399">
              <a:solidFill>
                <a:srgbClr val="0C357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24" name="Shape 424"/>
        <p:cNvGrpSpPr/>
        <p:nvPr/>
      </p:nvGrpSpPr>
      <p:grpSpPr>
        <a:xfrm>
          <a:off x="0" y="0"/>
          <a:ext cx="0" cy="0"/>
          <a:chOff x="0" y="0"/>
          <a:chExt cx="0" cy="0"/>
        </a:xfrm>
      </p:grpSpPr>
      <p:sp>
        <p:nvSpPr>
          <p:cNvPr id="425" name="Google Shape;425;g3b51c4b6432_0_146"/>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What is Matrices in Data Science?</a:t>
            </a:r>
            <a:endParaRPr sz="4000"/>
          </a:p>
        </p:txBody>
      </p:sp>
      <p:sp>
        <p:nvSpPr>
          <p:cNvPr id="426" name="Google Shape;426;g3b51c4b6432_0_146"/>
          <p:cNvSpPr txBox="1"/>
          <p:nvPr/>
        </p:nvSpPr>
        <p:spPr>
          <a:xfrm>
            <a:off x="699600" y="1706100"/>
            <a:ext cx="16888800" cy="63834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Matrix Basics</a:t>
            </a:r>
            <a:endParaRPr b="1"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A matrix is a two-dimensional array of numbers arranged in rows and columns. Each element in a matrix is identified by its row and column index.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A matrix with “m” rows and “n” columns is often referred to as an “m x n” matrix. Matrices are used to represent datasets, where each row corresponds to an observation or sample, and each column represents a feature or attribute of that sample.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This structured representation makes it convenient to apply mathematical operations and transformations to the data.</a:t>
            </a:r>
            <a:endParaRPr sz="3399">
              <a:solidFill>
                <a:srgbClr val="0C357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30" name="Shape 430"/>
        <p:cNvGrpSpPr/>
        <p:nvPr/>
      </p:nvGrpSpPr>
      <p:grpSpPr>
        <a:xfrm>
          <a:off x="0" y="0"/>
          <a:ext cx="0" cy="0"/>
          <a:chOff x="0" y="0"/>
          <a:chExt cx="0" cy="0"/>
        </a:xfrm>
      </p:grpSpPr>
      <p:sp>
        <p:nvSpPr>
          <p:cNvPr id="431" name="Google Shape;431;g3b51c4b6432_0_15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What is Matrices in Data Science?</a:t>
            </a:r>
            <a:endParaRPr sz="4000"/>
          </a:p>
        </p:txBody>
      </p:sp>
      <p:sp>
        <p:nvSpPr>
          <p:cNvPr id="432" name="Google Shape;432;g3b51c4b6432_0_151"/>
          <p:cNvSpPr txBox="1"/>
          <p:nvPr/>
        </p:nvSpPr>
        <p:spPr>
          <a:xfrm>
            <a:off x="699600" y="1706100"/>
            <a:ext cx="16888800" cy="63834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Data Representation</a:t>
            </a:r>
            <a:endParaRPr b="1"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In data science, matrices serve as a powerful tool for representing datasets. Consider a dataset containing information about various individuals, such as age, income, and education level.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By organizing this data into a matrix, where each row corresponds to an individual and each column represents a different attribute, we create a structured representation that facilitates analysis.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This tabular arrangement simplifies operations like finding averages, and correlations, and performing statistical analyses.</a:t>
            </a:r>
            <a:endParaRPr sz="3399">
              <a:solidFill>
                <a:srgbClr val="0C357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36" name="Shape 436"/>
        <p:cNvGrpSpPr/>
        <p:nvPr/>
      </p:nvGrpSpPr>
      <p:grpSpPr>
        <a:xfrm>
          <a:off x="0" y="0"/>
          <a:ext cx="0" cy="0"/>
          <a:chOff x="0" y="0"/>
          <a:chExt cx="0" cy="0"/>
        </a:xfrm>
      </p:grpSpPr>
      <p:sp>
        <p:nvSpPr>
          <p:cNvPr id="437" name="Google Shape;437;g3b51c4b6432_0_156"/>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What is Matrices in Data Science?</a:t>
            </a:r>
            <a:endParaRPr sz="4000"/>
          </a:p>
        </p:txBody>
      </p:sp>
      <p:sp>
        <p:nvSpPr>
          <p:cNvPr id="438" name="Google Shape;438;g3b51c4b6432_0_156"/>
          <p:cNvSpPr txBox="1"/>
          <p:nvPr/>
        </p:nvSpPr>
        <p:spPr>
          <a:xfrm>
            <a:off x="699600" y="1706100"/>
            <a:ext cx="16888800" cy="71160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Linear Transformation</a:t>
            </a:r>
            <a:endParaRPr b="1"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Matrices are key players in the realm of linear transformations, which are fundamental to data manipulation and feature engineering.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These transformations involve scaling, rotating, reflecting, and translating data points. In data science, linear transformations are utilized for data preprocessing and dimensionality reduction.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For example, Principal Component Analysis (PCA) leverages matrices to identify orthogonal axes that maximize the variance in data, leading to effective dimensionality reduction.</a:t>
            </a:r>
            <a:endParaRPr sz="3399">
              <a:solidFill>
                <a:srgbClr val="0C3571"/>
              </a:solidFill>
            </a:endParaRPr>
          </a:p>
          <a:p>
            <a:pPr indent="0" lvl="0" marL="0" marR="0" rtl="0" algn="just">
              <a:lnSpc>
                <a:spcPct val="140011"/>
              </a:lnSpc>
              <a:spcBef>
                <a:spcPts val="0"/>
              </a:spcBef>
              <a:spcAft>
                <a:spcPts val="0"/>
              </a:spcAft>
              <a:buNone/>
            </a:pPr>
            <a:r>
              <a:t/>
            </a:r>
            <a:endParaRPr sz="3399">
              <a:solidFill>
                <a:srgbClr val="0C357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42" name="Shape 442"/>
        <p:cNvGrpSpPr/>
        <p:nvPr/>
      </p:nvGrpSpPr>
      <p:grpSpPr>
        <a:xfrm>
          <a:off x="0" y="0"/>
          <a:ext cx="0" cy="0"/>
          <a:chOff x="0" y="0"/>
          <a:chExt cx="0" cy="0"/>
        </a:xfrm>
      </p:grpSpPr>
      <p:sp>
        <p:nvSpPr>
          <p:cNvPr id="443" name="Google Shape;443;g3b51c4b6432_0_16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What is Matrices in Data Science?</a:t>
            </a:r>
            <a:endParaRPr sz="4000"/>
          </a:p>
        </p:txBody>
      </p:sp>
      <p:sp>
        <p:nvSpPr>
          <p:cNvPr id="444" name="Google Shape;444;g3b51c4b6432_0_161"/>
          <p:cNvSpPr txBox="1"/>
          <p:nvPr/>
        </p:nvSpPr>
        <p:spPr>
          <a:xfrm>
            <a:off x="699600" y="1706100"/>
            <a:ext cx="16888800" cy="85809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Matrix Operation</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Matrices support a multitude of operations that are essential in data science:</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Addition and subtraction: Matrices with the same dimensions can be added or subtracted element-wise, facilitating tasks such as aggregating data from multiple sources.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Scalar Multiplication: Each element of a matrix can be multiplied by a scalar value, which can be useful for scaling data.</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Matrix Multiplication: Matrix multiplication is a central operation that combines the rows and columns of matrices to produce a new matrix. The element at position (i, j) in the resulting matrix is the dot product of the “i”-th row of the first matrix and the “j”-th column of the second matrix. Matrix multiplication is crucial for composing linear transformations and forms the foundation of various machine learning algorithms.</a:t>
            </a:r>
            <a:endParaRPr sz="3399">
              <a:solidFill>
                <a:srgbClr val="0C357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48" name="Shape 448"/>
        <p:cNvGrpSpPr/>
        <p:nvPr/>
      </p:nvGrpSpPr>
      <p:grpSpPr>
        <a:xfrm>
          <a:off x="0" y="0"/>
          <a:ext cx="0" cy="0"/>
          <a:chOff x="0" y="0"/>
          <a:chExt cx="0" cy="0"/>
        </a:xfrm>
      </p:grpSpPr>
      <p:sp>
        <p:nvSpPr>
          <p:cNvPr id="449" name="Google Shape;449;g3b51c4b6432_0_166"/>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What is Matrices in Data Science?</a:t>
            </a:r>
            <a:endParaRPr sz="4000"/>
          </a:p>
        </p:txBody>
      </p:sp>
      <p:sp>
        <p:nvSpPr>
          <p:cNvPr id="450" name="Google Shape;450;g3b51c4b6432_0_166"/>
          <p:cNvSpPr txBox="1"/>
          <p:nvPr/>
        </p:nvSpPr>
        <p:spPr>
          <a:xfrm>
            <a:off x="699600" y="1706100"/>
            <a:ext cx="16888800" cy="34533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Matrix Operation</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Matrices support a multitude of operations that are essential in data science:</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Transpose: The transpose of a matrix is obtained by interchanging its rows and columns. This operation is valuable for solving systems of linear equations and for extracting features in certain algorithms.</a:t>
            </a:r>
            <a:endParaRPr sz="3399">
              <a:solidFill>
                <a:srgbClr val="0C357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54" name="Shape 454"/>
        <p:cNvGrpSpPr/>
        <p:nvPr/>
      </p:nvGrpSpPr>
      <p:grpSpPr>
        <a:xfrm>
          <a:off x="0" y="0"/>
          <a:ext cx="0" cy="0"/>
          <a:chOff x="0" y="0"/>
          <a:chExt cx="0" cy="0"/>
        </a:xfrm>
      </p:grpSpPr>
      <p:sp>
        <p:nvSpPr>
          <p:cNvPr id="455" name="Google Shape;455;g3b51c4b6432_0_17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What is Matrices in Data Science?</a:t>
            </a:r>
            <a:endParaRPr sz="4000"/>
          </a:p>
        </p:txBody>
      </p:sp>
      <p:sp>
        <p:nvSpPr>
          <p:cNvPr id="456" name="Google Shape;456;g3b51c4b6432_0_171"/>
          <p:cNvSpPr txBox="1"/>
          <p:nvPr/>
        </p:nvSpPr>
        <p:spPr>
          <a:xfrm>
            <a:off x="699600" y="1706100"/>
            <a:ext cx="16888800" cy="78483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399">
                <a:solidFill>
                  <a:srgbClr val="0C3571"/>
                </a:solidFill>
              </a:rPr>
              <a:t>Image and Signal Processing</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In image and signal processing, matrices are used to represent images and signals as pixel values in a grid. Operations like convolution are applied to matrices to perform tasks such as edge detection and feature extraction in images. Convolutional Neural Networks (CNNs) use matrix convolutions to learn and recognize patterns in images.</a:t>
            </a:r>
            <a:endParaRPr sz="3399">
              <a:solidFill>
                <a:srgbClr val="0C3571"/>
              </a:solidFill>
            </a:endParaRPr>
          </a:p>
          <a:p>
            <a:pPr indent="0" lvl="0" marL="0" marR="0" rtl="0" algn="just">
              <a:lnSpc>
                <a:spcPct val="140011"/>
              </a:lnSpc>
              <a:spcBef>
                <a:spcPts val="0"/>
              </a:spcBef>
              <a:spcAft>
                <a:spcPts val="0"/>
              </a:spcAft>
              <a:buNone/>
            </a:pPr>
            <a:r>
              <a:t/>
            </a:r>
            <a:endParaRPr sz="3399">
              <a:solidFill>
                <a:srgbClr val="0C3571"/>
              </a:solidFill>
            </a:endParaRPr>
          </a:p>
          <a:p>
            <a:pPr indent="0" lvl="0" marL="0" marR="0" rtl="0" algn="just">
              <a:lnSpc>
                <a:spcPct val="140011"/>
              </a:lnSpc>
              <a:spcBef>
                <a:spcPts val="0"/>
              </a:spcBef>
              <a:spcAft>
                <a:spcPts val="0"/>
              </a:spcAft>
              <a:buNone/>
            </a:pPr>
            <a:r>
              <a:rPr b="1" lang="en-US" sz="3399">
                <a:solidFill>
                  <a:srgbClr val="0C3571"/>
                </a:solidFill>
              </a:rPr>
              <a:t>Graphs and Networks</a:t>
            </a:r>
            <a:endParaRPr b="1"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Matrices are used to represent relationships in graphs and networks. The adjacency matrix, for instance, represents connections between nodes in a graph. Matrices like the Laplacian matrix help analyze graph properties and identify clusters or communities within networks.</a:t>
            </a:r>
            <a:endParaRPr sz="3399">
              <a:solidFill>
                <a:srgbClr val="0C357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60" name="Shape 460"/>
        <p:cNvGrpSpPr/>
        <p:nvPr/>
      </p:nvGrpSpPr>
      <p:grpSpPr>
        <a:xfrm>
          <a:off x="0" y="0"/>
          <a:ext cx="0" cy="0"/>
          <a:chOff x="0" y="0"/>
          <a:chExt cx="0" cy="0"/>
        </a:xfrm>
      </p:grpSpPr>
      <p:sp>
        <p:nvSpPr>
          <p:cNvPr id="461" name="Google Shape;461;g3b51c4b6432_0_176"/>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What is Matrices in Data Science?</a:t>
            </a:r>
            <a:endParaRPr sz="4000"/>
          </a:p>
        </p:txBody>
      </p:sp>
      <p:sp>
        <p:nvSpPr>
          <p:cNvPr id="462" name="Google Shape;462;g3b51c4b6432_0_176"/>
          <p:cNvSpPr txBox="1"/>
          <p:nvPr/>
        </p:nvSpPr>
        <p:spPr>
          <a:xfrm>
            <a:off x="699600" y="1706100"/>
            <a:ext cx="16888800" cy="49182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Matrices are a cornerstone of data science, facilitating the representation, transformation, and analysis of data.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Understanding matrices and their operations is vital for proficiently applying machine learning algorithms, conducting statistical analyses, and extracting insights from complex datasets.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By harnessing the power of matrices, data scientists can unlock the potential hidden within data and drive informed decision-making across various domains.</a:t>
            </a:r>
            <a:endParaRPr sz="3399">
              <a:solidFill>
                <a:srgbClr val="0C357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66" name="Shape 466"/>
        <p:cNvGrpSpPr/>
        <p:nvPr/>
      </p:nvGrpSpPr>
      <p:grpSpPr>
        <a:xfrm>
          <a:off x="0" y="0"/>
          <a:ext cx="0" cy="0"/>
          <a:chOff x="0" y="0"/>
          <a:chExt cx="0" cy="0"/>
        </a:xfrm>
      </p:grpSpPr>
      <p:sp>
        <p:nvSpPr>
          <p:cNvPr id="467" name="Google Shape;467;g3b51c4b6432_0_131"/>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sp>
      <p:sp>
        <p:nvSpPr>
          <p:cNvPr id="468" name="Google Shape;468;g3b51c4b6432_0_131"/>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sp>
      <p:sp>
        <p:nvSpPr>
          <p:cNvPr id="469" name="Google Shape;469;g3b51c4b6432_0_131"/>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sp>
      <p:sp>
        <p:nvSpPr>
          <p:cNvPr id="470" name="Google Shape;470;g3b51c4b6432_0_131"/>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sp>
      <p:sp>
        <p:nvSpPr>
          <p:cNvPr id="471" name="Google Shape;471;g3b51c4b6432_0_131"/>
          <p:cNvSpPr/>
          <p:nvPr/>
        </p:nvSpPr>
        <p:spPr>
          <a:xfrm rot="7488241">
            <a:off x="-214655" y="7732732"/>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472" name="Google Shape;472;g3b51c4b6432_0_131"/>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473" name="Google Shape;473;g3b51c4b6432_0_131"/>
          <p:cNvSpPr txBox="1"/>
          <p:nvPr/>
        </p:nvSpPr>
        <p:spPr>
          <a:xfrm>
            <a:off x="2634754" y="3411124"/>
            <a:ext cx="13018500" cy="2586000"/>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1" lang="en-US" sz="7000">
                <a:solidFill>
                  <a:srgbClr val="0C3571"/>
                </a:solidFill>
                <a:latin typeface="Anta"/>
                <a:ea typeface="Anta"/>
                <a:cs typeface="Anta"/>
                <a:sym typeface="Anta"/>
              </a:rPr>
              <a:t>Necessary linear algebraic operations on matrices</a:t>
            </a:r>
            <a:endParaRPr sz="70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77" name="Shape 477"/>
        <p:cNvGrpSpPr/>
        <p:nvPr/>
      </p:nvGrpSpPr>
      <p:grpSpPr>
        <a:xfrm>
          <a:off x="0" y="0"/>
          <a:ext cx="0" cy="0"/>
          <a:chOff x="0" y="0"/>
          <a:chExt cx="0" cy="0"/>
        </a:xfrm>
      </p:grpSpPr>
      <p:sp>
        <p:nvSpPr>
          <p:cNvPr id="478" name="Google Shape;478;g3b51c4b6432_0_18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What is Matrix?</a:t>
            </a:r>
            <a:endParaRPr sz="4000"/>
          </a:p>
        </p:txBody>
      </p:sp>
      <p:sp>
        <p:nvSpPr>
          <p:cNvPr id="479" name="Google Shape;479;g3b51c4b6432_0_181"/>
          <p:cNvSpPr txBox="1"/>
          <p:nvPr/>
        </p:nvSpPr>
        <p:spPr>
          <a:xfrm>
            <a:off x="699600" y="1706100"/>
            <a:ext cx="16888800" cy="19881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A Matrix is a rectangular arrangement of numbers in rows and columns.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In a matrix, as we know rows are the ones that run horizontally and columns are the ones that run vertically. The following image shows the examples of matrices.</a:t>
            </a:r>
            <a:endParaRPr sz="3399">
              <a:solidFill>
                <a:srgbClr val="0C3571"/>
              </a:solidFill>
            </a:endParaRPr>
          </a:p>
        </p:txBody>
      </p:sp>
      <p:pic>
        <p:nvPicPr>
          <p:cNvPr id="480" name="Google Shape;480;g3b51c4b6432_0_181"/>
          <p:cNvPicPr preferRelativeResize="0"/>
          <p:nvPr/>
        </p:nvPicPr>
        <p:blipFill>
          <a:blip r:embed="rId3">
            <a:alphaModFix/>
          </a:blip>
          <a:stretch>
            <a:fillRect/>
          </a:stretch>
        </p:blipFill>
        <p:spPr>
          <a:xfrm>
            <a:off x="5368425" y="4371500"/>
            <a:ext cx="7551150" cy="35238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84" name="Shape 484"/>
        <p:cNvGrpSpPr/>
        <p:nvPr/>
      </p:nvGrpSpPr>
      <p:grpSpPr>
        <a:xfrm>
          <a:off x="0" y="0"/>
          <a:ext cx="0" cy="0"/>
          <a:chOff x="0" y="0"/>
          <a:chExt cx="0" cy="0"/>
        </a:xfrm>
      </p:grpSpPr>
      <p:sp>
        <p:nvSpPr>
          <p:cNvPr id="485" name="Google Shape;485;g3b51c4b6432_0_187"/>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What are the Algebraic Operations?</a:t>
            </a:r>
            <a:endParaRPr sz="4000"/>
          </a:p>
        </p:txBody>
      </p:sp>
      <p:sp>
        <p:nvSpPr>
          <p:cNvPr id="486" name="Google Shape;486;g3b51c4b6432_0_187"/>
          <p:cNvSpPr txBox="1"/>
          <p:nvPr/>
        </p:nvSpPr>
        <p:spPr>
          <a:xfrm>
            <a:off x="699600" y="1706100"/>
            <a:ext cx="16888800" cy="27207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Basic algebraic operations are any one of the traditional operations of arithmetic, which are addition, subtraction, multiplication, division, raising to an integer power, and taking roots. These operations may be performed on numbers, in which case they are often called arithmetic operations.</a:t>
            </a:r>
            <a:endParaRPr sz="3399">
              <a:solidFill>
                <a:srgbClr val="0C357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490" name="Shape 490"/>
        <p:cNvGrpSpPr/>
        <p:nvPr/>
      </p:nvGrpSpPr>
      <p:grpSpPr>
        <a:xfrm>
          <a:off x="0" y="0"/>
          <a:ext cx="0" cy="0"/>
          <a:chOff x="0" y="0"/>
          <a:chExt cx="0" cy="0"/>
        </a:xfrm>
      </p:grpSpPr>
      <p:sp>
        <p:nvSpPr>
          <p:cNvPr id="491" name="Google Shape;491;g3bc02fe97d8_0_0"/>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sp>
      <p:sp>
        <p:nvSpPr>
          <p:cNvPr id="492" name="Google Shape;492;g3bc02fe97d8_0_0"/>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sp>
      <p:sp>
        <p:nvSpPr>
          <p:cNvPr id="493" name="Google Shape;493;g3bc02fe97d8_0_0"/>
          <p:cNvSpPr/>
          <p:nvPr/>
        </p:nvSpPr>
        <p:spPr>
          <a:xfrm rot="-5003440">
            <a:off x="-1223502" y="-3352645"/>
            <a:ext cx="5982079" cy="5992974"/>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sp>
      <p:sp>
        <p:nvSpPr>
          <p:cNvPr id="494" name="Google Shape;494;g3bc02fe97d8_0_0"/>
          <p:cNvSpPr/>
          <p:nvPr/>
        </p:nvSpPr>
        <p:spPr>
          <a:xfrm rot="5796560">
            <a:off x="14272091" y="7632383"/>
            <a:ext cx="5982079" cy="5992974"/>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sp>
      <p:sp>
        <p:nvSpPr>
          <p:cNvPr id="495" name="Google Shape;495;g3bc02fe97d8_0_0"/>
          <p:cNvSpPr/>
          <p:nvPr/>
        </p:nvSpPr>
        <p:spPr>
          <a:xfrm rot="7488241">
            <a:off x="-214655" y="7732732"/>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496" name="Google Shape;496;g3bc02fe97d8_0_0"/>
          <p:cNvSpPr/>
          <p:nvPr/>
        </p:nvSpPr>
        <p:spPr>
          <a:xfrm rot="7488241">
            <a:off x="17184572" y="-1868468"/>
            <a:ext cx="3066881" cy="5796512"/>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497" name="Google Shape;497;g3bc02fe97d8_0_0"/>
          <p:cNvSpPr txBox="1"/>
          <p:nvPr/>
        </p:nvSpPr>
        <p:spPr>
          <a:xfrm>
            <a:off x="2634754" y="3411124"/>
            <a:ext cx="13018500" cy="2586000"/>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1" lang="en-US" sz="7000">
                <a:solidFill>
                  <a:srgbClr val="0C3571"/>
                </a:solidFill>
                <a:latin typeface="Anta"/>
                <a:ea typeface="Anta"/>
                <a:cs typeface="Anta"/>
                <a:sym typeface="Anta"/>
              </a:rPr>
              <a:t>Singular Value Decomposition (SVD)</a:t>
            </a:r>
            <a:endParaRPr b="1" sz="7000">
              <a:solidFill>
                <a:srgbClr val="0C3571"/>
              </a:solidFill>
              <a:latin typeface="Anta"/>
              <a:ea typeface="Anta"/>
              <a:cs typeface="Anta"/>
              <a:sym typeface="Anta"/>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01" name="Shape 501"/>
        <p:cNvGrpSpPr/>
        <p:nvPr/>
      </p:nvGrpSpPr>
      <p:grpSpPr>
        <a:xfrm>
          <a:off x="0" y="0"/>
          <a:ext cx="0" cy="0"/>
          <a:chOff x="0" y="0"/>
          <a:chExt cx="0" cy="0"/>
        </a:xfrm>
      </p:grpSpPr>
      <p:sp>
        <p:nvSpPr>
          <p:cNvPr id="502" name="Google Shape;502;g3bc02fe97d8_0_10"/>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SVD</a:t>
            </a:r>
            <a:endParaRPr sz="4000"/>
          </a:p>
        </p:txBody>
      </p:sp>
      <p:sp>
        <p:nvSpPr>
          <p:cNvPr id="503" name="Google Shape;503;g3bc02fe97d8_0_10"/>
          <p:cNvSpPr txBox="1"/>
          <p:nvPr/>
        </p:nvSpPr>
        <p:spPr>
          <a:xfrm>
            <a:off x="699600" y="1706100"/>
            <a:ext cx="16888800" cy="78483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Singular Value Decomposition (SVD) is a powerful mathematical technique in data science used to break down a dataset (represented as a matrix or a table of numbers) into three simpler, meaningful components. This process helps uncover hidden patterns, simplify data, and reduce noise.</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SVD (Singular Value Decomposition) in data science is a powerful matrix factorization technique that breaks a data matrix (A) into three simpler matrices (U), (∑), (V</a:t>
            </a:r>
            <a:r>
              <a:rPr baseline="30000" lang="en-US" sz="3399">
                <a:solidFill>
                  <a:srgbClr val="0C3571"/>
                </a:solidFill>
              </a:rPr>
              <a:t>T</a:t>
            </a:r>
            <a:r>
              <a:rPr lang="en-US" sz="3399">
                <a:solidFill>
                  <a:srgbClr val="0C3571"/>
                </a:solidFill>
              </a:rPr>
              <a:t>), revealing underlying patterns for tasks like dimensionality reduction, noise reduction, data compression, and recommendation systems. It identifies key features (singular vectors in (U) and (V) and their importance (singular values in </a:t>
            </a:r>
            <a:r>
              <a:rPr lang="en-US" sz="3399">
                <a:solidFill>
                  <a:srgbClr val="0C3571"/>
                </a:solidFill>
              </a:rPr>
              <a:t>(∑) </a:t>
            </a:r>
            <a:r>
              <a:rPr lang="en-US" sz="3399">
                <a:solidFill>
                  <a:srgbClr val="0C3571"/>
                </a:solidFill>
              </a:rPr>
              <a:t>by extracting dominant correlations, allowing for simplification and better interpretation of high-dimensional data.                </a:t>
            </a:r>
            <a:endParaRPr sz="3399">
              <a:solidFill>
                <a:srgbClr val="0C357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07" name="Shape 507"/>
        <p:cNvGrpSpPr/>
        <p:nvPr/>
      </p:nvGrpSpPr>
      <p:grpSpPr>
        <a:xfrm>
          <a:off x="0" y="0"/>
          <a:ext cx="0" cy="0"/>
          <a:chOff x="0" y="0"/>
          <a:chExt cx="0" cy="0"/>
        </a:xfrm>
      </p:grpSpPr>
      <p:sp>
        <p:nvSpPr>
          <p:cNvPr id="508" name="Google Shape;508;g3bc02fe97d8_0_30"/>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SVD</a:t>
            </a:r>
            <a:endParaRPr sz="4000"/>
          </a:p>
        </p:txBody>
      </p:sp>
      <p:sp>
        <p:nvSpPr>
          <p:cNvPr id="509" name="Google Shape;509;g3bc02fe97d8_0_30"/>
          <p:cNvSpPr txBox="1"/>
          <p:nvPr/>
        </p:nvSpPr>
        <p:spPr>
          <a:xfrm>
            <a:off x="699600" y="1706100"/>
            <a:ext cx="16888800" cy="63834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Singular Value Decomposition (SVD) is a factorization method in linear algebra that decomposes a matrix into three other matrices, providing a way to represent data in terms of its singular values.</a:t>
            </a:r>
            <a:endParaRPr sz="3399">
              <a:solidFill>
                <a:srgbClr val="0C3571"/>
              </a:solidFill>
            </a:endParaRPr>
          </a:p>
          <a:p>
            <a:pPr indent="0" lvl="0" marL="457200" marR="0" rtl="0" algn="just">
              <a:lnSpc>
                <a:spcPct val="140011"/>
              </a:lnSpc>
              <a:spcBef>
                <a:spcPts val="0"/>
              </a:spcBef>
              <a:spcAft>
                <a:spcPts val="0"/>
              </a:spcAft>
              <a:buNone/>
            </a:pPr>
            <a:r>
              <a:t/>
            </a:r>
            <a:endParaRPr sz="3399">
              <a:solidFill>
                <a:srgbClr val="0C3571"/>
              </a:solidFill>
            </a:endParaRPr>
          </a:p>
          <a:p>
            <a:pPr indent="0" lvl="0" marL="0" marR="0" rtl="0" algn="just">
              <a:lnSpc>
                <a:spcPct val="140011"/>
              </a:lnSpc>
              <a:spcBef>
                <a:spcPts val="0"/>
              </a:spcBef>
              <a:spcAft>
                <a:spcPts val="0"/>
              </a:spcAft>
              <a:buNone/>
            </a:pPr>
            <a:r>
              <a:rPr lang="en-US" sz="3399">
                <a:solidFill>
                  <a:srgbClr val="0C3571"/>
                </a:solidFill>
              </a:rPr>
              <a:t>SVD helps you split that table into three parts:</a:t>
            </a:r>
            <a:endParaRPr sz="3399">
              <a:solidFill>
                <a:srgbClr val="0C3571"/>
              </a:solidFill>
            </a:endParaRPr>
          </a:p>
          <a:p>
            <a:pPr indent="0" lvl="0" marL="457200" marR="0" rtl="0" algn="just">
              <a:lnSpc>
                <a:spcPct val="140011"/>
              </a:lnSpc>
              <a:spcBef>
                <a:spcPts val="0"/>
              </a:spcBef>
              <a:spcAft>
                <a:spcPts val="0"/>
              </a:spcAft>
              <a:buNone/>
            </a:pPr>
            <a:r>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U: </a:t>
            </a:r>
            <a:r>
              <a:rPr lang="en-US" sz="3399">
                <a:solidFill>
                  <a:srgbClr val="0C3571"/>
                </a:solidFill>
              </a:rPr>
              <a:t>This part tells you about the people (like their general preferences).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Σ:</a:t>
            </a:r>
            <a:r>
              <a:rPr lang="en-US" sz="3399">
                <a:solidFill>
                  <a:srgbClr val="0C3571"/>
                </a:solidFill>
              </a:rPr>
              <a:t> This part shows how important each factor is (how much each rating matters).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Vᵀ: </a:t>
            </a:r>
            <a:r>
              <a:rPr lang="en-US" sz="3399">
                <a:solidFill>
                  <a:srgbClr val="0C3571"/>
                </a:solidFill>
              </a:rPr>
              <a:t>This part tells you about the products (how similar they are to each other)</a:t>
            </a:r>
            <a:endParaRPr sz="3399">
              <a:solidFill>
                <a:srgbClr val="0C357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13" name="Shape 513"/>
        <p:cNvGrpSpPr/>
        <p:nvPr/>
      </p:nvGrpSpPr>
      <p:grpSpPr>
        <a:xfrm>
          <a:off x="0" y="0"/>
          <a:ext cx="0" cy="0"/>
          <a:chOff x="0" y="0"/>
          <a:chExt cx="0" cy="0"/>
        </a:xfrm>
      </p:grpSpPr>
      <p:sp>
        <p:nvSpPr>
          <p:cNvPr id="514" name="Google Shape;514;g3bc02fe97d8_0_35"/>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Example of </a:t>
            </a:r>
            <a:r>
              <a:rPr b="1" lang="en-US" sz="4000">
                <a:solidFill>
                  <a:srgbClr val="0C3571"/>
                </a:solidFill>
                <a:latin typeface="Anta"/>
                <a:ea typeface="Anta"/>
                <a:cs typeface="Anta"/>
                <a:sym typeface="Anta"/>
              </a:rPr>
              <a:t>SVD</a:t>
            </a:r>
            <a:endParaRPr sz="4000"/>
          </a:p>
        </p:txBody>
      </p:sp>
      <p:sp>
        <p:nvSpPr>
          <p:cNvPr id="515" name="Google Shape;515;g3bc02fe97d8_0_35"/>
          <p:cNvSpPr txBox="1"/>
          <p:nvPr/>
        </p:nvSpPr>
        <p:spPr>
          <a:xfrm>
            <a:off x="699600" y="1706100"/>
            <a:ext cx="16888800" cy="27207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SVD breaks this table into three smaller parts: one that shows people’s preferences, one that shows the importance of each movie, and one that shows how similar the movies are to each other.</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Mathematically, the SVD of a matrix A (size m × n) is represented as:  A = U Σ V</a:t>
            </a:r>
            <a:r>
              <a:rPr baseline="30000" lang="en-US" sz="3399">
                <a:solidFill>
                  <a:srgbClr val="0C3571"/>
                </a:solidFill>
              </a:rPr>
              <a:t>T</a:t>
            </a:r>
            <a:endParaRPr sz="3399">
              <a:solidFill>
                <a:srgbClr val="0C3571"/>
              </a:solidFill>
            </a:endParaRPr>
          </a:p>
        </p:txBody>
      </p:sp>
      <p:pic>
        <p:nvPicPr>
          <p:cNvPr id="516" name="Google Shape;516;g3bc02fe97d8_0_35"/>
          <p:cNvPicPr preferRelativeResize="0"/>
          <p:nvPr/>
        </p:nvPicPr>
        <p:blipFill>
          <a:blip r:embed="rId3">
            <a:alphaModFix/>
          </a:blip>
          <a:stretch>
            <a:fillRect/>
          </a:stretch>
        </p:blipFill>
        <p:spPr>
          <a:xfrm>
            <a:off x="5180588" y="4634799"/>
            <a:ext cx="7926825" cy="55342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20" name="Shape 520"/>
        <p:cNvGrpSpPr/>
        <p:nvPr/>
      </p:nvGrpSpPr>
      <p:grpSpPr>
        <a:xfrm>
          <a:off x="0" y="0"/>
          <a:ext cx="0" cy="0"/>
          <a:chOff x="0" y="0"/>
          <a:chExt cx="0" cy="0"/>
        </a:xfrm>
      </p:grpSpPr>
      <p:sp>
        <p:nvSpPr>
          <p:cNvPr id="521" name="Google Shape;521;g3c2c350152f_0_0"/>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Example of SVD</a:t>
            </a:r>
            <a:endParaRPr sz="4000"/>
          </a:p>
        </p:txBody>
      </p:sp>
      <p:sp>
        <p:nvSpPr>
          <p:cNvPr id="522" name="Google Shape;522;g3c2c350152f_0_0"/>
          <p:cNvSpPr txBox="1"/>
          <p:nvPr/>
        </p:nvSpPr>
        <p:spPr>
          <a:xfrm>
            <a:off x="699600" y="1706100"/>
            <a:ext cx="16888800" cy="27207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SVD breaks this table into three smaller parts: one that shows people’s preferences, one that shows the importance of each movie, and one that shows how similar the movies are to each other.</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Mathematically, the SVD of a matrix A (size m × n) is represented as:  A = U Σ V</a:t>
            </a:r>
            <a:r>
              <a:rPr baseline="30000" lang="en-US" sz="3399">
                <a:solidFill>
                  <a:srgbClr val="0C3571"/>
                </a:solidFill>
              </a:rPr>
              <a:t>T</a:t>
            </a:r>
            <a:endParaRPr sz="3399">
              <a:solidFill>
                <a:srgbClr val="0C3571"/>
              </a:solidFill>
            </a:endParaRPr>
          </a:p>
        </p:txBody>
      </p:sp>
      <p:pic>
        <p:nvPicPr>
          <p:cNvPr id="523" name="Google Shape;523;g3c2c350152f_0_0"/>
          <p:cNvPicPr preferRelativeResize="0"/>
          <p:nvPr/>
        </p:nvPicPr>
        <p:blipFill>
          <a:blip r:embed="rId3">
            <a:alphaModFix/>
          </a:blip>
          <a:stretch>
            <a:fillRect/>
          </a:stretch>
        </p:blipFill>
        <p:spPr>
          <a:xfrm>
            <a:off x="5180588" y="4634799"/>
            <a:ext cx="7926825" cy="55342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27" name="Shape 527"/>
        <p:cNvGrpSpPr/>
        <p:nvPr/>
      </p:nvGrpSpPr>
      <p:grpSpPr>
        <a:xfrm>
          <a:off x="0" y="0"/>
          <a:ext cx="0" cy="0"/>
          <a:chOff x="0" y="0"/>
          <a:chExt cx="0" cy="0"/>
        </a:xfrm>
      </p:grpSpPr>
      <p:sp>
        <p:nvSpPr>
          <p:cNvPr id="528" name="Google Shape;528;g3bc02fe97d8_0_20"/>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Why </a:t>
            </a:r>
            <a:r>
              <a:rPr b="1" lang="en-US" sz="4000">
                <a:solidFill>
                  <a:srgbClr val="0C3571"/>
                </a:solidFill>
                <a:latin typeface="Anta"/>
                <a:ea typeface="Anta"/>
                <a:cs typeface="Anta"/>
                <a:sym typeface="Anta"/>
              </a:rPr>
              <a:t>SVD?</a:t>
            </a:r>
            <a:endParaRPr sz="4000"/>
          </a:p>
        </p:txBody>
      </p:sp>
      <p:sp>
        <p:nvSpPr>
          <p:cNvPr id="529" name="Google Shape;529;g3bc02fe97d8_0_20"/>
          <p:cNvSpPr txBox="1"/>
          <p:nvPr/>
        </p:nvSpPr>
        <p:spPr>
          <a:xfrm>
            <a:off x="699600" y="1706100"/>
            <a:ext cx="16888800" cy="71160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Dimensionality Reduction: </a:t>
            </a:r>
            <a:r>
              <a:rPr lang="en-US" sz="3399">
                <a:solidFill>
                  <a:srgbClr val="0C3571"/>
                </a:solidFill>
              </a:rPr>
              <a:t>SVD can reduce the number of features (columns) in a large dataset while retaining the most important information. This makes data easier to work with and speeds up machine learning algorithms (similar to how Principal Component Analysis, or PCA, works).</a:t>
            </a:r>
            <a:endParaRPr sz="3399">
              <a:solidFill>
                <a:srgbClr val="0C3571"/>
              </a:solidFill>
            </a:endParaRPr>
          </a:p>
          <a:p>
            <a:pPr indent="0" lvl="0" marL="457200" marR="0" rtl="0" algn="just">
              <a:lnSpc>
                <a:spcPct val="140011"/>
              </a:lnSpc>
              <a:spcBef>
                <a:spcPts val="0"/>
              </a:spcBef>
              <a:spcAft>
                <a:spcPts val="0"/>
              </a:spcAft>
              <a:buNone/>
            </a:pPr>
            <a:r>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Image Compression: </a:t>
            </a:r>
            <a:r>
              <a:rPr lang="en-US" sz="3399">
                <a:solidFill>
                  <a:srgbClr val="0C3571"/>
                </a:solidFill>
              </a:rPr>
              <a:t>SVD is used to compress large images efficiently. By keeping only a few of the largest singular values and their corresponding vectors, you can reconstruct an image that looks almost identical to the human eye but uses significantly less storage space.</a:t>
            </a:r>
            <a:endParaRPr sz="3399">
              <a:solidFill>
                <a:srgbClr val="0C3571"/>
              </a:solidFill>
            </a:endParaRPr>
          </a:p>
          <a:p>
            <a:pPr indent="0" lvl="0" marL="0" marR="0" rtl="0" algn="just">
              <a:lnSpc>
                <a:spcPct val="140011"/>
              </a:lnSpc>
              <a:spcBef>
                <a:spcPts val="0"/>
              </a:spcBef>
              <a:spcAft>
                <a:spcPts val="0"/>
              </a:spcAft>
              <a:buNone/>
            </a:pPr>
            <a:r>
              <a:t/>
            </a:r>
            <a:endParaRPr sz="3399">
              <a:solidFill>
                <a:srgbClr val="0C357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33" name="Shape 533"/>
        <p:cNvGrpSpPr/>
        <p:nvPr/>
      </p:nvGrpSpPr>
      <p:grpSpPr>
        <a:xfrm>
          <a:off x="0" y="0"/>
          <a:ext cx="0" cy="0"/>
          <a:chOff x="0" y="0"/>
          <a:chExt cx="0" cy="0"/>
        </a:xfrm>
      </p:grpSpPr>
      <p:sp>
        <p:nvSpPr>
          <p:cNvPr id="534" name="Google Shape;534;g3bc02fe97d8_0_25"/>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Why SVD?</a:t>
            </a:r>
            <a:endParaRPr sz="4000"/>
          </a:p>
        </p:txBody>
      </p:sp>
      <p:sp>
        <p:nvSpPr>
          <p:cNvPr id="535" name="Google Shape;535;g3bc02fe97d8_0_25"/>
          <p:cNvSpPr txBox="1"/>
          <p:nvPr/>
        </p:nvSpPr>
        <p:spPr>
          <a:xfrm>
            <a:off x="699600" y="1706100"/>
            <a:ext cx="16888800" cy="56508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Recommendation Systems: </a:t>
            </a:r>
            <a:r>
              <a:rPr lang="en-US" sz="3399">
                <a:solidFill>
                  <a:srgbClr val="0C3571"/>
                </a:solidFill>
              </a:rPr>
              <a:t>Platforms like Netflix and Amazon use SVD to analyze user-item interaction data. It helps uncover hidden preferences (latent factors) and predict what a user might like to watch or buy next, leading to personalized recommendations.</a:t>
            </a:r>
            <a:endParaRPr sz="3399">
              <a:solidFill>
                <a:srgbClr val="0C3571"/>
              </a:solidFill>
            </a:endParaRPr>
          </a:p>
          <a:p>
            <a:pPr indent="0" lvl="0" marL="457200" marR="0" rtl="0" algn="just">
              <a:lnSpc>
                <a:spcPct val="140011"/>
              </a:lnSpc>
              <a:spcBef>
                <a:spcPts val="0"/>
              </a:spcBef>
              <a:spcAft>
                <a:spcPts val="0"/>
              </a:spcAft>
              <a:buNone/>
            </a:pPr>
            <a:r>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Natural Language Processing (NLP):</a:t>
            </a:r>
            <a:r>
              <a:rPr lang="en-US" sz="3399">
                <a:solidFill>
                  <a:srgbClr val="0C3571"/>
                </a:solidFill>
              </a:rPr>
              <a:t> SVD is used in a technique called Latent Semantic Analysis (LSA) to understand the relationships between words and documents, improving search engine relevance and topic modeling.</a:t>
            </a:r>
            <a:endParaRPr sz="3399">
              <a:solidFill>
                <a:srgbClr val="0C357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39" name="Shape 539"/>
        <p:cNvGrpSpPr/>
        <p:nvPr/>
      </p:nvGrpSpPr>
      <p:grpSpPr>
        <a:xfrm>
          <a:off x="0" y="0"/>
          <a:ext cx="0" cy="0"/>
          <a:chOff x="0" y="0"/>
          <a:chExt cx="0" cy="0"/>
        </a:xfrm>
      </p:grpSpPr>
      <p:sp>
        <p:nvSpPr>
          <p:cNvPr id="540" name="Google Shape;540;g3bd8071adb4_0_0"/>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Example of</a:t>
            </a:r>
            <a:r>
              <a:rPr b="1" lang="en-US" sz="4000">
                <a:solidFill>
                  <a:srgbClr val="0C3571"/>
                </a:solidFill>
                <a:latin typeface="Anta"/>
                <a:ea typeface="Anta"/>
                <a:cs typeface="Anta"/>
                <a:sym typeface="Anta"/>
              </a:rPr>
              <a:t> SVD?</a:t>
            </a:r>
            <a:endParaRPr sz="4000"/>
          </a:p>
        </p:txBody>
      </p:sp>
      <p:sp>
        <p:nvSpPr>
          <p:cNvPr id="541" name="Google Shape;541;g3bd8071adb4_0_0"/>
          <p:cNvSpPr txBox="1"/>
          <p:nvPr/>
        </p:nvSpPr>
        <p:spPr>
          <a:xfrm>
            <a:off x="699600" y="1706100"/>
            <a:ext cx="16888800" cy="5232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Take a Matrix</a:t>
            </a:r>
            <a:endParaRPr sz="3399">
              <a:solidFill>
                <a:srgbClr val="0C3571"/>
              </a:solidFill>
            </a:endParaRPr>
          </a:p>
        </p:txBody>
      </p:sp>
      <p:pic>
        <p:nvPicPr>
          <p:cNvPr id="542" name="Google Shape;542;g3bd8071adb4_0_0"/>
          <p:cNvPicPr preferRelativeResize="0"/>
          <p:nvPr/>
        </p:nvPicPr>
        <p:blipFill>
          <a:blip r:embed="rId3">
            <a:alphaModFix/>
          </a:blip>
          <a:stretch>
            <a:fillRect/>
          </a:stretch>
        </p:blipFill>
        <p:spPr>
          <a:xfrm>
            <a:off x="6595900" y="2359100"/>
            <a:ext cx="3680475" cy="2411350"/>
          </a:xfrm>
          <a:prstGeom prst="rect">
            <a:avLst/>
          </a:prstGeom>
          <a:noFill/>
          <a:ln>
            <a:noFill/>
          </a:ln>
        </p:spPr>
      </p:pic>
      <p:sp>
        <p:nvSpPr>
          <p:cNvPr id="543" name="Google Shape;543;g3bd8071adb4_0_0"/>
          <p:cNvSpPr txBox="1"/>
          <p:nvPr/>
        </p:nvSpPr>
        <p:spPr>
          <a:xfrm>
            <a:off x="580700" y="5046325"/>
            <a:ext cx="16888800" cy="41859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Goal of SVD:</a:t>
            </a:r>
            <a:endParaRPr b="1" sz="3399">
              <a:solidFill>
                <a:srgbClr val="0C3571"/>
              </a:solidFill>
            </a:endParaRPr>
          </a:p>
          <a:p>
            <a:pPr indent="0" lvl="0" marL="0" marR="0" rtl="0" algn="ctr">
              <a:lnSpc>
                <a:spcPct val="140011"/>
              </a:lnSpc>
              <a:spcBef>
                <a:spcPts val="0"/>
              </a:spcBef>
              <a:spcAft>
                <a:spcPts val="0"/>
              </a:spcAft>
              <a:buNone/>
            </a:pPr>
            <a:r>
              <a:rPr b="1" lang="en-US" sz="3399">
                <a:solidFill>
                  <a:srgbClr val="0C3571"/>
                </a:solidFill>
              </a:rPr>
              <a:t>A=UΣV</a:t>
            </a:r>
            <a:r>
              <a:rPr b="1" baseline="30000" lang="en-US" sz="3399">
                <a:solidFill>
                  <a:srgbClr val="0C3571"/>
                </a:solidFill>
              </a:rPr>
              <a:t>T</a:t>
            </a:r>
            <a:endParaRPr b="1" baseline="30000" sz="3399">
              <a:solidFill>
                <a:srgbClr val="0C3571"/>
              </a:solidFill>
            </a:endParaRPr>
          </a:p>
          <a:p>
            <a:pPr indent="0" lvl="0" marL="0" marR="0" rtl="0" algn="l">
              <a:lnSpc>
                <a:spcPct val="140011"/>
              </a:lnSpc>
              <a:spcBef>
                <a:spcPts val="0"/>
              </a:spcBef>
              <a:spcAft>
                <a:spcPts val="0"/>
              </a:spcAft>
              <a:buNone/>
            </a:pPr>
            <a:r>
              <a:rPr b="1" lang="en-US" sz="3399">
                <a:solidFill>
                  <a:srgbClr val="0C3571"/>
                </a:solidFill>
              </a:rPr>
              <a:t>Where</a:t>
            </a:r>
            <a:endParaRPr b="1" sz="3399">
              <a:solidFill>
                <a:srgbClr val="0C3571"/>
              </a:solidFill>
            </a:endParaRPr>
          </a:p>
          <a:p>
            <a:pPr indent="0" lvl="0" marL="0" marR="0" rtl="0" algn="l">
              <a:lnSpc>
                <a:spcPct val="140011"/>
              </a:lnSpc>
              <a:spcBef>
                <a:spcPts val="0"/>
              </a:spcBef>
              <a:spcAft>
                <a:spcPts val="0"/>
              </a:spcAft>
              <a:buNone/>
            </a:pPr>
            <a:r>
              <a:rPr b="1" lang="en-US" sz="3399">
                <a:solidFill>
                  <a:srgbClr val="0C3571"/>
                </a:solidFill>
              </a:rPr>
              <a:t>U: left singular vectors (orthogonal)</a:t>
            </a:r>
            <a:endParaRPr b="1" sz="3399">
              <a:solidFill>
                <a:srgbClr val="0C3571"/>
              </a:solidFill>
            </a:endParaRPr>
          </a:p>
          <a:p>
            <a:pPr indent="0" lvl="0" marL="0" marR="0" rtl="0" algn="l">
              <a:lnSpc>
                <a:spcPct val="140011"/>
              </a:lnSpc>
              <a:spcBef>
                <a:spcPts val="0"/>
              </a:spcBef>
              <a:spcAft>
                <a:spcPts val="0"/>
              </a:spcAft>
              <a:buNone/>
            </a:pPr>
            <a:r>
              <a:rPr b="1" lang="en-US" sz="3399">
                <a:solidFill>
                  <a:srgbClr val="0C3571"/>
                </a:solidFill>
              </a:rPr>
              <a:t>Σ: singular values (diagonal, ≥ 0)</a:t>
            </a:r>
            <a:endParaRPr b="1" sz="3399">
              <a:solidFill>
                <a:srgbClr val="0C3571"/>
              </a:solidFill>
            </a:endParaRPr>
          </a:p>
          <a:p>
            <a:pPr indent="0" lvl="0" marL="0" marR="0" rtl="0" algn="l">
              <a:lnSpc>
                <a:spcPct val="140011"/>
              </a:lnSpc>
              <a:spcBef>
                <a:spcPts val="0"/>
              </a:spcBef>
              <a:spcAft>
                <a:spcPts val="0"/>
              </a:spcAft>
              <a:buNone/>
            </a:pPr>
            <a:r>
              <a:rPr b="1" lang="en-US" sz="3399">
                <a:solidFill>
                  <a:srgbClr val="0C3571"/>
                </a:solidFill>
              </a:rPr>
              <a:t>V: right singular vectors (orthogonal)</a:t>
            </a:r>
            <a:endParaRPr b="1" sz="3399">
              <a:solidFill>
                <a:srgbClr val="0C357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47" name="Shape 547"/>
        <p:cNvGrpSpPr/>
        <p:nvPr/>
      </p:nvGrpSpPr>
      <p:grpSpPr>
        <a:xfrm>
          <a:off x="0" y="0"/>
          <a:ext cx="0" cy="0"/>
          <a:chOff x="0" y="0"/>
          <a:chExt cx="0" cy="0"/>
        </a:xfrm>
      </p:grpSpPr>
      <p:sp>
        <p:nvSpPr>
          <p:cNvPr id="548" name="Google Shape;548;g3bd8071adb4_0_9"/>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Example of SVD?</a:t>
            </a:r>
            <a:endParaRPr sz="4000"/>
          </a:p>
        </p:txBody>
      </p:sp>
      <p:sp>
        <p:nvSpPr>
          <p:cNvPr id="549" name="Google Shape;549;g3bd8071adb4_0_9"/>
          <p:cNvSpPr txBox="1"/>
          <p:nvPr/>
        </p:nvSpPr>
        <p:spPr>
          <a:xfrm>
            <a:off x="699600" y="1706100"/>
            <a:ext cx="16888800" cy="5232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STEP 1: Compute A</a:t>
            </a:r>
            <a:r>
              <a:rPr b="1" baseline="30000" lang="en-US" sz="3399">
                <a:solidFill>
                  <a:srgbClr val="0C3571"/>
                </a:solidFill>
              </a:rPr>
              <a:t>T</a:t>
            </a:r>
            <a:r>
              <a:rPr b="1" lang="en-US" sz="3399">
                <a:solidFill>
                  <a:srgbClr val="0C3571"/>
                </a:solidFill>
              </a:rPr>
              <a:t>A</a:t>
            </a:r>
            <a:endParaRPr sz="3399">
              <a:solidFill>
                <a:srgbClr val="0C3571"/>
              </a:solidFill>
            </a:endParaRPr>
          </a:p>
        </p:txBody>
      </p:sp>
      <p:sp>
        <p:nvSpPr>
          <p:cNvPr id="550" name="Google Shape;550;g3bd8071adb4_0_9"/>
          <p:cNvSpPr txBox="1"/>
          <p:nvPr/>
        </p:nvSpPr>
        <p:spPr>
          <a:xfrm>
            <a:off x="580700" y="5046325"/>
            <a:ext cx="16888800" cy="12558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STEP 2: Find Eigenvalues of </a:t>
            </a:r>
            <a:r>
              <a:rPr b="1" lang="en-US" sz="3399">
                <a:solidFill>
                  <a:srgbClr val="0C3571"/>
                </a:solidFill>
              </a:rPr>
              <a:t>A</a:t>
            </a:r>
            <a:r>
              <a:rPr b="1" baseline="30000" lang="en-US" sz="3399">
                <a:solidFill>
                  <a:srgbClr val="0C3571"/>
                </a:solidFill>
              </a:rPr>
              <a:t>T</a:t>
            </a:r>
            <a:r>
              <a:rPr b="1" lang="en-US" sz="3399">
                <a:solidFill>
                  <a:srgbClr val="0C3571"/>
                </a:solidFill>
              </a:rPr>
              <a:t>A</a:t>
            </a:r>
            <a:endParaRPr b="1" sz="3399">
              <a:solidFill>
                <a:srgbClr val="0C3571"/>
              </a:solidFill>
            </a:endParaRPr>
          </a:p>
          <a:p>
            <a:pPr indent="0" lvl="0" marL="0" marR="0" rtl="0" algn="l">
              <a:lnSpc>
                <a:spcPct val="140011"/>
              </a:lnSpc>
              <a:spcBef>
                <a:spcPts val="0"/>
              </a:spcBef>
              <a:spcAft>
                <a:spcPts val="0"/>
              </a:spcAft>
              <a:buNone/>
            </a:pPr>
            <a:r>
              <a:t/>
            </a:r>
            <a:endParaRPr b="1" sz="3399">
              <a:solidFill>
                <a:srgbClr val="0C3571"/>
              </a:solidFill>
            </a:endParaRPr>
          </a:p>
        </p:txBody>
      </p:sp>
      <p:pic>
        <p:nvPicPr>
          <p:cNvPr id="551" name="Google Shape;551;g3bd8071adb4_0_9"/>
          <p:cNvPicPr preferRelativeResize="0"/>
          <p:nvPr/>
        </p:nvPicPr>
        <p:blipFill>
          <a:blip r:embed="rId3">
            <a:alphaModFix/>
          </a:blip>
          <a:stretch>
            <a:fillRect/>
          </a:stretch>
        </p:blipFill>
        <p:spPr>
          <a:xfrm>
            <a:off x="5233537" y="2229300"/>
            <a:ext cx="7820921" cy="2760325"/>
          </a:xfrm>
          <a:prstGeom prst="rect">
            <a:avLst/>
          </a:prstGeom>
          <a:noFill/>
          <a:ln>
            <a:noFill/>
          </a:ln>
        </p:spPr>
      </p:pic>
      <p:pic>
        <p:nvPicPr>
          <p:cNvPr id="552" name="Google Shape;552;g3bd8071adb4_0_9"/>
          <p:cNvPicPr preferRelativeResize="0"/>
          <p:nvPr/>
        </p:nvPicPr>
        <p:blipFill>
          <a:blip r:embed="rId4">
            <a:alphaModFix/>
          </a:blip>
          <a:stretch>
            <a:fillRect/>
          </a:stretch>
        </p:blipFill>
        <p:spPr>
          <a:xfrm>
            <a:off x="5966812" y="5685850"/>
            <a:ext cx="6354374" cy="4404539"/>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56" name="Shape 556"/>
        <p:cNvGrpSpPr/>
        <p:nvPr/>
      </p:nvGrpSpPr>
      <p:grpSpPr>
        <a:xfrm>
          <a:off x="0" y="0"/>
          <a:ext cx="0" cy="0"/>
          <a:chOff x="0" y="0"/>
          <a:chExt cx="0" cy="0"/>
        </a:xfrm>
      </p:grpSpPr>
      <p:sp>
        <p:nvSpPr>
          <p:cNvPr id="557" name="Google Shape;557;g3bd8071adb4_0_19"/>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Example of SVD?</a:t>
            </a:r>
            <a:endParaRPr sz="4000"/>
          </a:p>
        </p:txBody>
      </p:sp>
      <p:sp>
        <p:nvSpPr>
          <p:cNvPr id="558" name="Google Shape;558;g3bd8071adb4_0_19"/>
          <p:cNvSpPr txBox="1"/>
          <p:nvPr/>
        </p:nvSpPr>
        <p:spPr>
          <a:xfrm>
            <a:off x="699600" y="1706100"/>
            <a:ext cx="16888800" cy="5232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STEP 3: Compute Singular Values</a:t>
            </a:r>
            <a:endParaRPr sz="3399">
              <a:solidFill>
                <a:srgbClr val="0C3571"/>
              </a:solidFill>
            </a:endParaRPr>
          </a:p>
        </p:txBody>
      </p:sp>
      <p:sp>
        <p:nvSpPr>
          <p:cNvPr id="559" name="Google Shape;559;g3bd8071adb4_0_19"/>
          <p:cNvSpPr txBox="1"/>
          <p:nvPr/>
        </p:nvSpPr>
        <p:spPr>
          <a:xfrm>
            <a:off x="580700" y="5046325"/>
            <a:ext cx="16888800" cy="12558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b="1" lang="en-US" sz="3399">
                <a:solidFill>
                  <a:srgbClr val="0C3571"/>
                </a:solidFill>
              </a:rPr>
              <a:t>STEP 4: Form Σ</a:t>
            </a:r>
            <a:endParaRPr b="1" sz="3399">
              <a:solidFill>
                <a:srgbClr val="0C3571"/>
              </a:solidFill>
            </a:endParaRPr>
          </a:p>
          <a:p>
            <a:pPr indent="0" lvl="0" marL="0" marR="0" rtl="0" algn="l">
              <a:lnSpc>
                <a:spcPct val="140011"/>
              </a:lnSpc>
              <a:spcBef>
                <a:spcPts val="0"/>
              </a:spcBef>
              <a:spcAft>
                <a:spcPts val="0"/>
              </a:spcAft>
              <a:buNone/>
            </a:pPr>
            <a:r>
              <a:t/>
            </a:r>
            <a:endParaRPr b="1" sz="3399">
              <a:solidFill>
                <a:srgbClr val="0C3571"/>
              </a:solidFill>
            </a:endParaRPr>
          </a:p>
        </p:txBody>
      </p:sp>
      <p:pic>
        <p:nvPicPr>
          <p:cNvPr id="560" name="Google Shape;560;g3bd8071adb4_0_19"/>
          <p:cNvPicPr preferRelativeResize="0"/>
          <p:nvPr/>
        </p:nvPicPr>
        <p:blipFill>
          <a:blip r:embed="rId3">
            <a:alphaModFix/>
          </a:blip>
          <a:stretch>
            <a:fillRect/>
          </a:stretch>
        </p:blipFill>
        <p:spPr>
          <a:xfrm>
            <a:off x="6286500" y="2357200"/>
            <a:ext cx="5715000" cy="2000250"/>
          </a:xfrm>
          <a:prstGeom prst="rect">
            <a:avLst/>
          </a:prstGeom>
          <a:noFill/>
          <a:ln>
            <a:noFill/>
          </a:ln>
        </p:spPr>
      </p:pic>
      <p:pic>
        <p:nvPicPr>
          <p:cNvPr id="561" name="Google Shape;561;g3bd8071adb4_0_19"/>
          <p:cNvPicPr preferRelativeResize="0"/>
          <p:nvPr/>
        </p:nvPicPr>
        <p:blipFill>
          <a:blip r:embed="rId4">
            <a:alphaModFix/>
          </a:blip>
          <a:stretch>
            <a:fillRect/>
          </a:stretch>
        </p:blipFill>
        <p:spPr>
          <a:xfrm>
            <a:off x="7953375" y="6115375"/>
            <a:ext cx="2381250" cy="16002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65" name="Shape 565"/>
        <p:cNvGrpSpPr/>
        <p:nvPr/>
      </p:nvGrpSpPr>
      <p:grpSpPr>
        <a:xfrm>
          <a:off x="0" y="0"/>
          <a:ext cx="0" cy="0"/>
          <a:chOff x="0" y="0"/>
          <a:chExt cx="0" cy="0"/>
        </a:xfrm>
      </p:grpSpPr>
      <p:sp>
        <p:nvSpPr>
          <p:cNvPr id="566" name="Google Shape;566;g3bd8071adb4_0_29"/>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Example of SVD?</a:t>
            </a:r>
            <a:endParaRPr sz="4000"/>
          </a:p>
        </p:txBody>
      </p:sp>
      <p:pic>
        <p:nvPicPr>
          <p:cNvPr id="567" name="Google Shape;567;g3bd8071adb4_0_29"/>
          <p:cNvPicPr preferRelativeResize="0"/>
          <p:nvPr/>
        </p:nvPicPr>
        <p:blipFill>
          <a:blip r:embed="rId3">
            <a:alphaModFix/>
          </a:blip>
          <a:stretch>
            <a:fillRect/>
          </a:stretch>
        </p:blipFill>
        <p:spPr>
          <a:xfrm>
            <a:off x="191625" y="1710624"/>
            <a:ext cx="8760751" cy="7242449"/>
          </a:xfrm>
          <a:prstGeom prst="rect">
            <a:avLst/>
          </a:prstGeom>
          <a:noFill/>
          <a:ln>
            <a:noFill/>
          </a:ln>
        </p:spPr>
      </p:pic>
      <p:pic>
        <p:nvPicPr>
          <p:cNvPr id="568" name="Google Shape;568;g3bd8071adb4_0_29"/>
          <p:cNvPicPr preferRelativeResize="0"/>
          <p:nvPr/>
        </p:nvPicPr>
        <p:blipFill>
          <a:blip r:embed="rId4">
            <a:alphaModFix/>
          </a:blip>
          <a:stretch>
            <a:fillRect/>
          </a:stretch>
        </p:blipFill>
        <p:spPr>
          <a:xfrm>
            <a:off x="9140600" y="1832525"/>
            <a:ext cx="9014275" cy="699864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72" name="Shape 572"/>
        <p:cNvGrpSpPr/>
        <p:nvPr/>
      </p:nvGrpSpPr>
      <p:grpSpPr>
        <a:xfrm>
          <a:off x="0" y="0"/>
          <a:ext cx="0" cy="0"/>
          <a:chOff x="0" y="0"/>
          <a:chExt cx="0" cy="0"/>
        </a:xfrm>
      </p:grpSpPr>
      <p:sp>
        <p:nvSpPr>
          <p:cNvPr id="573" name="Google Shape;573;g3bd8071adb4_0_39"/>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Example of SVD?</a:t>
            </a:r>
            <a:endParaRPr sz="4000"/>
          </a:p>
        </p:txBody>
      </p:sp>
      <p:pic>
        <p:nvPicPr>
          <p:cNvPr id="574" name="Google Shape;574;g3bd8071adb4_0_39"/>
          <p:cNvPicPr preferRelativeResize="0"/>
          <p:nvPr/>
        </p:nvPicPr>
        <p:blipFill>
          <a:blip r:embed="rId3">
            <a:alphaModFix/>
          </a:blip>
          <a:stretch>
            <a:fillRect/>
          </a:stretch>
        </p:blipFill>
        <p:spPr>
          <a:xfrm>
            <a:off x="2797650" y="1746394"/>
            <a:ext cx="9620250" cy="2476500"/>
          </a:xfrm>
          <a:prstGeom prst="rect">
            <a:avLst/>
          </a:prstGeom>
          <a:noFill/>
          <a:ln>
            <a:noFill/>
          </a:ln>
        </p:spPr>
      </p:pic>
      <p:pic>
        <p:nvPicPr>
          <p:cNvPr id="575" name="Google Shape;575;g3bd8071adb4_0_39"/>
          <p:cNvPicPr preferRelativeResize="0"/>
          <p:nvPr/>
        </p:nvPicPr>
        <p:blipFill>
          <a:blip r:embed="rId4">
            <a:alphaModFix/>
          </a:blip>
          <a:stretch>
            <a:fillRect/>
          </a:stretch>
        </p:blipFill>
        <p:spPr>
          <a:xfrm>
            <a:off x="152400" y="4375294"/>
            <a:ext cx="9307303" cy="5759306"/>
          </a:xfrm>
          <a:prstGeom prst="rect">
            <a:avLst/>
          </a:prstGeom>
          <a:noFill/>
          <a:ln>
            <a:noFill/>
          </a:ln>
        </p:spPr>
      </p:pic>
      <p:pic>
        <p:nvPicPr>
          <p:cNvPr id="576" name="Google Shape;576;g3bd8071adb4_0_39"/>
          <p:cNvPicPr preferRelativeResize="0"/>
          <p:nvPr/>
        </p:nvPicPr>
        <p:blipFill>
          <a:blip r:embed="rId5">
            <a:alphaModFix/>
          </a:blip>
          <a:stretch>
            <a:fillRect/>
          </a:stretch>
        </p:blipFill>
        <p:spPr>
          <a:xfrm>
            <a:off x="9696676" y="4940494"/>
            <a:ext cx="8523496" cy="4147043"/>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80" name="Shape 580"/>
        <p:cNvGrpSpPr/>
        <p:nvPr/>
      </p:nvGrpSpPr>
      <p:grpSpPr>
        <a:xfrm>
          <a:off x="0" y="0"/>
          <a:ext cx="0" cy="0"/>
          <a:chOff x="0" y="0"/>
          <a:chExt cx="0" cy="0"/>
        </a:xfrm>
      </p:grpSpPr>
      <p:sp>
        <p:nvSpPr>
          <p:cNvPr id="581" name="Google Shape;581;g3bd8071adb4_0_48"/>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Example of SVD?</a:t>
            </a:r>
            <a:endParaRPr sz="4000"/>
          </a:p>
        </p:txBody>
      </p:sp>
      <p:pic>
        <p:nvPicPr>
          <p:cNvPr id="582" name="Google Shape;582;g3bd8071adb4_0_48"/>
          <p:cNvPicPr preferRelativeResize="0"/>
          <p:nvPr/>
        </p:nvPicPr>
        <p:blipFill>
          <a:blip r:embed="rId3">
            <a:alphaModFix/>
          </a:blip>
          <a:stretch>
            <a:fillRect/>
          </a:stretch>
        </p:blipFill>
        <p:spPr>
          <a:xfrm>
            <a:off x="1748000" y="1203801"/>
            <a:ext cx="14792001" cy="86248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86" name="Shape 586"/>
        <p:cNvGrpSpPr/>
        <p:nvPr/>
      </p:nvGrpSpPr>
      <p:grpSpPr>
        <a:xfrm>
          <a:off x="0" y="0"/>
          <a:ext cx="0" cy="0"/>
          <a:chOff x="0" y="0"/>
          <a:chExt cx="0" cy="0"/>
        </a:xfrm>
      </p:grpSpPr>
      <p:sp>
        <p:nvSpPr>
          <p:cNvPr id="587" name="Google Shape;587;g3bdaa11cb73_0_0"/>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Step by step Breakdown</a:t>
            </a:r>
            <a:endParaRPr sz="4000"/>
          </a:p>
        </p:txBody>
      </p:sp>
      <p:pic>
        <p:nvPicPr>
          <p:cNvPr id="588" name="Google Shape;588;g3bdaa11cb73_0_0"/>
          <p:cNvPicPr preferRelativeResize="0"/>
          <p:nvPr/>
        </p:nvPicPr>
        <p:blipFill>
          <a:blip r:embed="rId3">
            <a:alphaModFix/>
          </a:blip>
          <a:stretch>
            <a:fillRect/>
          </a:stretch>
        </p:blipFill>
        <p:spPr>
          <a:xfrm>
            <a:off x="152400" y="1181194"/>
            <a:ext cx="6715056" cy="8953408"/>
          </a:xfrm>
          <a:prstGeom prst="rect">
            <a:avLst/>
          </a:prstGeom>
          <a:noFill/>
          <a:ln>
            <a:noFill/>
          </a:ln>
        </p:spPr>
      </p:pic>
      <p:pic>
        <p:nvPicPr>
          <p:cNvPr id="589" name="Google Shape;589;g3bdaa11cb73_0_0"/>
          <p:cNvPicPr preferRelativeResize="0"/>
          <p:nvPr/>
        </p:nvPicPr>
        <p:blipFill>
          <a:blip r:embed="rId4">
            <a:alphaModFix/>
          </a:blip>
          <a:stretch>
            <a:fillRect/>
          </a:stretch>
        </p:blipFill>
        <p:spPr>
          <a:xfrm>
            <a:off x="7019856" y="1181194"/>
            <a:ext cx="6715056" cy="8953408"/>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593" name="Shape 593"/>
        <p:cNvGrpSpPr/>
        <p:nvPr/>
      </p:nvGrpSpPr>
      <p:grpSpPr>
        <a:xfrm>
          <a:off x="0" y="0"/>
          <a:ext cx="0" cy="0"/>
          <a:chOff x="0" y="0"/>
          <a:chExt cx="0" cy="0"/>
        </a:xfrm>
      </p:grpSpPr>
      <p:sp>
        <p:nvSpPr>
          <p:cNvPr id="594" name="Google Shape;594;g3bdaa11cb73_0_7"/>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Step by step Breakdown</a:t>
            </a:r>
            <a:endParaRPr sz="4000"/>
          </a:p>
        </p:txBody>
      </p:sp>
      <p:pic>
        <p:nvPicPr>
          <p:cNvPr id="595" name="Google Shape;595;g3bdaa11cb73_0_7"/>
          <p:cNvPicPr preferRelativeResize="0"/>
          <p:nvPr/>
        </p:nvPicPr>
        <p:blipFill>
          <a:blip r:embed="rId3">
            <a:alphaModFix/>
          </a:blip>
          <a:stretch>
            <a:fillRect/>
          </a:stretch>
        </p:blipFill>
        <p:spPr>
          <a:xfrm>
            <a:off x="152400" y="1181194"/>
            <a:ext cx="6715056" cy="8953408"/>
          </a:xfrm>
          <a:prstGeom prst="rect">
            <a:avLst/>
          </a:prstGeom>
          <a:noFill/>
          <a:ln>
            <a:noFill/>
          </a:ln>
        </p:spPr>
      </p:pic>
      <p:pic>
        <p:nvPicPr>
          <p:cNvPr id="596" name="Google Shape;596;g3bdaa11cb73_0_7"/>
          <p:cNvPicPr preferRelativeResize="0"/>
          <p:nvPr/>
        </p:nvPicPr>
        <p:blipFill>
          <a:blip r:embed="rId4">
            <a:alphaModFix/>
          </a:blip>
          <a:stretch>
            <a:fillRect/>
          </a:stretch>
        </p:blipFill>
        <p:spPr>
          <a:xfrm>
            <a:off x="7019856" y="1181194"/>
            <a:ext cx="6715056" cy="8953408"/>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00" name="Shape 600"/>
        <p:cNvGrpSpPr/>
        <p:nvPr/>
      </p:nvGrpSpPr>
      <p:grpSpPr>
        <a:xfrm>
          <a:off x="0" y="0"/>
          <a:ext cx="0" cy="0"/>
          <a:chOff x="0" y="0"/>
          <a:chExt cx="0" cy="0"/>
        </a:xfrm>
      </p:grpSpPr>
      <p:sp>
        <p:nvSpPr>
          <p:cNvPr id="601" name="Google Shape;601;g3bdaa11cb73_0_15"/>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Step by step Breakdown</a:t>
            </a:r>
            <a:endParaRPr sz="4000"/>
          </a:p>
        </p:txBody>
      </p:sp>
      <p:pic>
        <p:nvPicPr>
          <p:cNvPr id="602" name="Google Shape;602;g3bdaa11cb73_0_15"/>
          <p:cNvPicPr preferRelativeResize="0"/>
          <p:nvPr/>
        </p:nvPicPr>
        <p:blipFill>
          <a:blip r:embed="rId3">
            <a:alphaModFix/>
          </a:blip>
          <a:stretch>
            <a:fillRect/>
          </a:stretch>
        </p:blipFill>
        <p:spPr>
          <a:xfrm>
            <a:off x="152400" y="1181194"/>
            <a:ext cx="6715056" cy="8953408"/>
          </a:xfrm>
          <a:prstGeom prst="rect">
            <a:avLst/>
          </a:prstGeom>
          <a:noFill/>
          <a:ln>
            <a:noFill/>
          </a:ln>
        </p:spPr>
      </p:pic>
      <p:pic>
        <p:nvPicPr>
          <p:cNvPr id="603" name="Google Shape;603;g3bdaa11cb73_0_15"/>
          <p:cNvPicPr preferRelativeResize="0"/>
          <p:nvPr/>
        </p:nvPicPr>
        <p:blipFill>
          <a:blip r:embed="rId4">
            <a:alphaModFix/>
          </a:blip>
          <a:stretch>
            <a:fillRect/>
          </a:stretch>
        </p:blipFill>
        <p:spPr>
          <a:xfrm>
            <a:off x="7019856" y="1181194"/>
            <a:ext cx="6715056" cy="8953408"/>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07" name="Shape 607"/>
        <p:cNvGrpSpPr/>
        <p:nvPr/>
      </p:nvGrpSpPr>
      <p:grpSpPr>
        <a:xfrm>
          <a:off x="0" y="0"/>
          <a:ext cx="0" cy="0"/>
          <a:chOff x="0" y="0"/>
          <a:chExt cx="0" cy="0"/>
        </a:xfrm>
      </p:grpSpPr>
      <p:sp>
        <p:nvSpPr>
          <p:cNvPr id="608" name="Google Shape;608;g3bdaa11cb73_0_23"/>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Step by step Breakdown</a:t>
            </a:r>
            <a:endParaRPr sz="4000"/>
          </a:p>
        </p:txBody>
      </p:sp>
      <p:pic>
        <p:nvPicPr>
          <p:cNvPr id="609" name="Google Shape;609;g3bdaa11cb73_0_23"/>
          <p:cNvPicPr preferRelativeResize="0"/>
          <p:nvPr/>
        </p:nvPicPr>
        <p:blipFill rotWithShape="1">
          <a:blip r:embed="rId3">
            <a:alphaModFix/>
          </a:blip>
          <a:srcRect b="0" l="0" r="0" t="25104"/>
          <a:stretch/>
        </p:blipFill>
        <p:spPr>
          <a:xfrm>
            <a:off x="152400" y="1579200"/>
            <a:ext cx="8567458" cy="8555402"/>
          </a:xfrm>
          <a:prstGeom prst="rect">
            <a:avLst/>
          </a:prstGeom>
          <a:noFill/>
          <a:ln>
            <a:noFill/>
          </a:ln>
        </p:spPr>
      </p:pic>
      <p:pic>
        <p:nvPicPr>
          <p:cNvPr id="610" name="Google Shape;610;g3bdaa11cb73_0_23"/>
          <p:cNvPicPr preferRelativeResize="0"/>
          <p:nvPr/>
        </p:nvPicPr>
        <p:blipFill rotWithShape="1">
          <a:blip r:embed="rId4">
            <a:alphaModFix/>
          </a:blip>
          <a:srcRect b="0" l="0" r="0" t="21654"/>
          <a:stretch/>
        </p:blipFill>
        <p:spPr>
          <a:xfrm>
            <a:off x="9167675" y="1579200"/>
            <a:ext cx="8060225" cy="84197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14" name="Shape 614"/>
        <p:cNvGrpSpPr/>
        <p:nvPr/>
      </p:nvGrpSpPr>
      <p:grpSpPr>
        <a:xfrm>
          <a:off x="0" y="0"/>
          <a:ext cx="0" cy="0"/>
          <a:chOff x="0" y="0"/>
          <a:chExt cx="0" cy="0"/>
        </a:xfrm>
      </p:grpSpPr>
      <p:sp>
        <p:nvSpPr>
          <p:cNvPr id="615" name="Google Shape;615;g3bdaa11cb73_0_3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Step by step Breakdown</a:t>
            </a:r>
            <a:endParaRPr sz="4000"/>
          </a:p>
        </p:txBody>
      </p:sp>
      <p:pic>
        <p:nvPicPr>
          <p:cNvPr id="616" name="Google Shape;616;g3bdaa11cb73_0_31"/>
          <p:cNvPicPr preferRelativeResize="0"/>
          <p:nvPr/>
        </p:nvPicPr>
        <p:blipFill>
          <a:blip r:embed="rId3">
            <a:alphaModFix/>
          </a:blip>
          <a:stretch>
            <a:fillRect/>
          </a:stretch>
        </p:blipFill>
        <p:spPr>
          <a:xfrm>
            <a:off x="152400" y="1181194"/>
            <a:ext cx="6715056" cy="8953408"/>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20" name="Shape 620"/>
        <p:cNvGrpSpPr/>
        <p:nvPr/>
      </p:nvGrpSpPr>
      <p:grpSpPr>
        <a:xfrm>
          <a:off x="0" y="0"/>
          <a:ext cx="0" cy="0"/>
          <a:chOff x="0" y="0"/>
          <a:chExt cx="0" cy="0"/>
        </a:xfrm>
      </p:grpSpPr>
      <p:sp>
        <p:nvSpPr>
          <p:cNvPr id="621" name="Google Shape;621;g3bd8071adb4_0_56"/>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PCA (Principle Component Analysis)</a:t>
            </a:r>
            <a:endParaRPr sz="4000"/>
          </a:p>
        </p:txBody>
      </p:sp>
      <p:sp>
        <p:nvSpPr>
          <p:cNvPr id="622" name="Google Shape;622;g3bd8071adb4_0_56"/>
          <p:cNvSpPr txBox="1"/>
          <p:nvPr/>
        </p:nvSpPr>
        <p:spPr>
          <a:xfrm>
            <a:off x="699600" y="1706100"/>
            <a:ext cx="16888800" cy="78483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In simple terms, Principal Component Analysis (PCA) is a smart way to simplify complex data by reducing its many features (dimensions) into a smaller, more manageable set of "principal components" that still hold almost all the important information, like summarizing a detailed book into a few key chapters.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It finds the most important directions (components) in the data where the spread (variance) is greatest, making data faster for models to learn from, easier to visualize, and helping to remove noise or redundancy.</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PCA (Principal Component Analysis) is a dimensionality reduction technique and helps us to reduce the number of features in a dataset while keeping the most important information. It changes complex datasets by transforming correlated features into a smaller set of uncorrelated components.</a:t>
            </a:r>
            <a:endParaRPr sz="3399">
              <a:solidFill>
                <a:srgbClr val="0C357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26" name="Shape 626"/>
        <p:cNvGrpSpPr/>
        <p:nvPr/>
      </p:nvGrpSpPr>
      <p:grpSpPr>
        <a:xfrm>
          <a:off x="0" y="0"/>
          <a:ext cx="0" cy="0"/>
          <a:chOff x="0" y="0"/>
          <a:chExt cx="0" cy="0"/>
        </a:xfrm>
      </p:grpSpPr>
      <p:sp>
        <p:nvSpPr>
          <p:cNvPr id="627" name="Google Shape;627;g3bd8071adb4_0_6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How </a:t>
            </a:r>
            <a:r>
              <a:rPr b="1" lang="en-US" sz="4000">
                <a:solidFill>
                  <a:srgbClr val="0C3571"/>
                </a:solidFill>
                <a:latin typeface="Anta"/>
                <a:ea typeface="Anta"/>
                <a:cs typeface="Anta"/>
                <a:sym typeface="Anta"/>
              </a:rPr>
              <a:t>PCA Works?</a:t>
            </a:r>
            <a:endParaRPr sz="4000"/>
          </a:p>
        </p:txBody>
      </p:sp>
      <p:sp>
        <p:nvSpPr>
          <p:cNvPr id="628" name="Google Shape;628;g3bd8071adb4_0_61"/>
          <p:cNvSpPr txBox="1"/>
          <p:nvPr/>
        </p:nvSpPr>
        <p:spPr>
          <a:xfrm>
            <a:off x="699600" y="1706100"/>
            <a:ext cx="16888800" cy="27207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Imagine you have a detailed photo of a cat with tons of pixels (features). </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PCA finds the best angles to look at the cat so you can describe it with fewer words (components) while still capturing its essential shape, eyes, and ears, discarding irrelevant background details.</a:t>
            </a:r>
            <a:endParaRPr sz="3399">
              <a:solidFill>
                <a:srgbClr val="0C3571"/>
              </a:solidFill>
            </a:endParaRPr>
          </a:p>
        </p:txBody>
      </p:sp>
      <p:pic>
        <p:nvPicPr>
          <p:cNvPr id="629" name="Google Shape;629;g3bd8071adb4_0_61"/>
          <p:cNvPicPr preferRelativeResize="0"/>
          <p:nvPr/>
        </p:nvPicPr>
        <p:blipFill>
          <a:blip r:embed="rId3">
            <a:alphaModFix/>
          </a:blip>
          <a:stretch>
            <a:fillRect/>
          </a:stretch>
        </p:blipFill>
        <p:spPr>
          <a:xfrm>
            <a:off x="5334000" y="5370525"/>
            <a:ext cx="7620000" cy="38100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33" name="Shape 633"/>
        <p:cNvGrpSpPr/>
        <p:nvPr/>
      </p:nvGrpSpPr>
      <p:grpSpPr>
        <a:xfrm>
          <a:off x="0" y="0"/>
          <a:ext cx="0" cy="0"/>
          <a:chOff x="0" y="0"/>
          <a:chExt cx="0" cy="0"/>
        </a:xfrm>
      </p:grpSpPr>
      <p:sp>
        <p:nvSpPr>
          <p:cNvPr id="634" name="Google Shape;634;g3bd8071adb4_0_66"/>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Key goals of</a:t>
            </a:r>
            <a:r>
              <a:rPr b="1" lang="en-US" sz="4000">
                <a:solidFill>
                  <a:srgbClr val="0C3571"/>
                </a:solidFill>
                <a:latin typeface="Anta"/>
                <a:ea typeface="Anta"/>
                <a:cs typeface="Anta"/>
                <a:sym typeface="Anta"/>
              </a:rPr>
              <a:t> PCA</a:t>
            </a:r>
            <a:endParaRPr sz="4000"/>
          </a:p>
        </p:txBody>
      </p:sp>
      <p:sp>
        <p:nvSpPr>
          <p:cNvPr id="635" name="Google Shape;635;g3bd8071adb4_0_66"/>
          <p:cNvSpPr txBox="1"/>
          <p:nvPr/>
        </p:nvSpPr>
        <p:spPr>
          <a:xfrm>
            <a:off x="699600" y="1706100"/>
            <a:ext cx="16888800" cy="49182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Dimensionality Reduction: Takes many features (like height, weight, age, income) and combines them into fewer, new features (PCs).</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Information Preservation: Captures the most significant patterns and variance in the data, ensuring important info isn't lost.</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Noise Reduction: Filters out random noise, leading to cleaner data.</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Faster Models: Simpler data means machine learning algorithms train quicker and perform better</a:t>
            </a:r>
            <a:endParaRPr sz="3399">
              <a:solidFill>
                <a:srgbClr val="0C357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39" name="Shape 639"/>
        <p:cNvGrpSpPr/>
        <p:nvPr/>
      </p:nvGrpSpPr>
      <p:grpSpPr>
        <a:xfrm>
          <a:off x="0" y="0"/>
          <a:ext cx="0" cy="0"/>
          <a:chOff x="0" y="0"/>
          <a:chExt cx="0" cy="0"/>
        </a:xfrm>
      </p:grpSpPr>
      <p:sp>
        <p:nvSpPr>
          <p:cNvPr id="640" name="Google Shape;640;g3bd8071adb4_0_71"/>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When it's used</a:t>
            </a:r>
            <a:endParaRPr sz="4000"/>
          </a:p>
        </p:txBody>
      </p:sp>
      <p:sp>
        <p:nvSpPr>
          <p:cNvPr id="641" name="Google Shape;641;g3bd8071adb4_0_71"/>
          <p:cNvSpPr txBox="1"/>
          <p:nvPr/>
        </p:nvSpPr>
        <p:spPr>
          <a:xfrm>
            <a:off x="699600" y="1706100"/>
            <a:ext cx="16888800" cy="27207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Data Visualization: Makes high-dimensional data viewable on a 2D or 3D graph.</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Preprocessing: A common first step before applying other ML algorithms to speed them up.</a:t>
            </a:r>
            <a:endParaRPr sz="3399">
              <a:solidFill>
                <a:srgbClr val="0C3571"/>
              </a:solidFill>
            </a:endParaRPr>
          </a:p>
          <a:p>
            <a:pPr indent="-444436" lvl="0" marL="457200" marR="0" rtl="0" algn="just">
              <a:lnSpc>
                <a:spcPct val="140011"/>
              </a:lnSpc>
              <a:spcBef>
                <a:spcPts val="0"/>
              </a:spcBef>
              <a:spcAft>
                <a:spcPts val="0"/>
              </a:spcAft>
              <a:buClr>
                <a:srgbClr val="0C3571"/>
              </a:buClr>
              <a:buSzPts val="3399"/>
              <a:buChar char="●"/>
            </a:pPr>
            <a:r>
              <a:rPr lang="en-US" sz="3399">
                <a:solidFill>
                  <a:srgbClr val="0C3571"/>
                </a:solidFill>
              </a:rPr>
              <a:t>Feature Extraction: Creating new, uncorrelated features from existing ones.</a:t>
            </a:r>
            <a:endParaRPr sz="3399">
              <a:solidFill>
                <a:srgbClr val="0C357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45" name="Shape 645"/>
        <p:cNvGrpSpPr/>
        <p:nvPr/>
      </p:nvGrpSpPr>
      <p:grpSpPr>
        <a:xfrm>
          <a:off x="0" y="0"/>
          <a:ext cx="0" cy="0"/>
          <a:chOff x="0" y="0"/>
          <a:chExt cx="0" cy="0"/>
        </a:xfrm>
      </p:grpSpPr>
      <p:sp>
        <p:nvSpPr>
          <p:cNvPr id="646" name="Google Shape;646;g3bd8071adb4_0_77"/>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SVD Vs PCA</a:t>
            </a:r>
            <a:endParaRPr sz="4000"/>
          </a:p>
        </p:txBody>
      </p:sp>
      <p:sp>
        <p:nvSpPr>
          <p:cNvPr id="647" name="Google Shape;647;g3bd8071adb4_0_77"/>
          <p:cNvSpPr txBox="1"/>
          <p:nvPr/>
        </p:nvSpPr>
        <p:spPr>
          <a:xfrm>
            <a:off x="699600" y="1706100"/>
            <a:ext cx="16888800" cy="80760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199">
                <a:solidFill>
                  <a:srgbClr val="0C3571"/>
                </a:solidFill>
              </a:rPr>
              <a:t>Singular Value Decomposition (SVD)</a:t>
            </a:r>
            <a:endParaRPr b="1" sz="3199">
              <a:solidFill>
                <a:srgbClr val="0C3571"/>
              </a:solidFill>
            </a:endParaRPr>
          </a:p>
          <a:p>
            <a:pPr indent="-431736" lvl="0" marL="457200" marR="0" rtl="0" algn="just">
              <a:lnSpc>
                <a:spcPct val="140011"/>
              </a:lnSpc>
              <a:spcBef>
                <a:spcPts val="0"/>
              </a:spcBef>
              <a:spcAft>
                <a:spcPts val="0"/>
              </a:spcAft>
              <a:buClr>
                <a:srgbClr val="0C3571"/>
              </a:buClr>
              <a:buSzPts val="3199"/>
              <a:buChar char="●"/>
            </a:pPr>
            <a:r>
              <a:rPr lang="en-US" sz="3199">
                <a:solidFill>
                  <a:srgbClr val="0C3571"/>
                </a:solidFill>
              </a:rPr>
              <a:t>What it does: A matrix factorization technique that breaks down any matrix (not just square or symmetric ones) into three simpler matrices (U, Σ, Vᵀ).</a:t>
            </a:r>
            <a:endParaRPr sz="3199">
              <a:solidFill>
                <a:srgbClr val="0C3571"/>
              </a:solidFill>
            </a:endParaRPr>
          </a:p>
          <a:p>
            <a:pPr indent="-431736" lvl="0" marL="457200" marR="0" rtl="0" algn="just">
              <a:lnSpc>
                <a:spcPct val="140011"/>
              </a:lnSpc>
              <a:spcBef>
                <a:spcPts val="0"/>
              </a:spcBef>
              <a:spcAft>
                <a:spcPts val="0"/>
              </a:spcAft>
              <a:buClr>
                <a:srgbClr val="0C3571"/>
              </a:buClr>
              <a:buSzPts val="3199"/>
              <a:buChar char="●"/>
            </a:pPr>
            <a:r>
              <a:rPr lang="en-US" sz="3199">
                <a:solidFill>
                  <a:srgbClr val="0C3571"/>
                </a:solidFill>
              </a:rPr>
              <a:t>Goal: Decompose data into fundamental components (rotations, scaling, another rotation).</a:t>
            </a:r>
            <a:endParaRPr sz="3199">
              <a:solidFill>
                <a:srgbClr val="0C3571"/>
              </a:solidFill>
            </a:endParaRPr>
          </a:p>
          <a:p>
            <a:pPr indent="-431736" lvl="0" marL="457200" marR="0" rtl="0" algn="just">
              <a:lnSpc>
                <a:spcPct val="140011"/>
              </a:lnSpc>
              <a:spcBef>
                <a:spcPts val="0"/>
              </a:spcBef>
              <a:spcAft>
                <a:spcPts val="0"/>
              </a:spcAft>
              <a:buClr>
                <a:srgbClr val="0C3571"/>
              </a:buClr>
              <a:buSzPts val="3199"/>
              <a:buChar char="●"/>
            </a:pPr>
            <a:r>
              <a:rPr lang="en-US" sz="3199">
                <a:solidFill>
                  <a:srgbClr val="0C3571"/>
                </a:solidFill>
              </a:rPr>
              <a:t>How: Gives you singular vectors (directions) and singular values (importance/magnitude).</a:t>
            </a:r>
            <a:endParaRPr sz="3199">
              <a:solidFill>
                <a:srgbClr val="0C3571"/>
              </a:solidFill>
            </a:endParaRPr>
          </a:p>
          <a:p>
            <a:pPr indent="0" lvl="0" marL="0" marR="0" rtl="0" algn="just">
              <a:lnSpc>
                <a:spcPct val="140011"/>
              </a:lnSpc>
              <a:spcBef>
                <a:spcPts val="0"/>
              </a:spcBef>
              <a:spcAft>
                <a:spcPts val="0"/>
              </a:spcAft>
              <a:buNone/>
            </a:pPr>
            <a:r>
              <a:rPr b="1" lang="en-US" sz="3199">
                <a:solidFill>
                  <a:srgbClr val="0C3571"/>
                </a:solidFill>
              </a:rPr>
              <a:t>Principal Component Analysis (PCA)</a:t>
            </a:r>
            <a:endParaRPr b="1" sz="3199">
              <a:solidFill>
                <a:srgbClr val="0C3571"/>
              </a:solidFill>
            </a:endParaRPr>
          </a:p>
          <a:p>
            <a:pPr indent="-431736" lvl="0" marL="457200" marR="0" rtl="0" algn="just">
              <a:lnSpc>
                <a:spcPct val="140011"/>
              </a:lnSpc>
              <a:spcBef>
                <a:spcPts val="0"/>
              </a:spcBef>
              <a:spcAft>
                <a:spcPts val="0"/>
              </a:spcAft>
              <a:buClr>
                <a:srgbClr val="0C3571"/>
              </a:buClr>
              <a:buSzPts val="3199"/>
              <a:buChar char="●"/>
            </a:pPr>
            <a:r>
              <a:rPr lang="en-US" sz="3199">
                <a:solidFill>
                  <a:srgbClr val="0C3571"/>
                </a:solidFill>
              </a:rPr>
              <a:t>What it does: Finds new, uncorrelated variables (Principal Components) that capture the maximum variance in the data, helping to reduce dimensions and visualize complex datasets.</a:t>
            </a:r>
            <a:endParaRPr sz="3199">
              <a:solidFill>
                <a:srgbClr val="0C3571"/>
              </a:solidFill>
            </a:endParaRPr>
          </a:p>
          <a:p>
            <a:pPr indent="-431736" lvl="0" marL="457200" marR="0" rtl="0" algn="just">
              <a:lnSpc>
                <a:spcPct val="140011"/>
              </a:lnSpc>
              <a:spcBef>
                <a:spcPts val="0"/>
              </a:spcBef>
              <a:spcAft>
                <a:spcPts val="0"/>
              </a:spcAft>
              <a:buClr>
                <a:srgbClr val="0C3571"/>
              </a:buClr>
              <a:buSzPts val="3199"/>
              <a:buChar char="●"/>
            </a:pPr>
            <a:r>
              <a:rPr lang="en-US" sz="3199">
                <a:solidFill>
                  <a:srgbClr val="0C3571"/>
                </a:solidFill>
              </a:rPr>
              <a:t>Goal: Feature extraction and dimensionality reduction by identifying the most significant patterns (directions of highest variance).</a:t>
            </a:r>
            <a:endParaRPr sz="3199">
              <a:solidFill>
                <a:srgbClr val="0C3571"/>
              </a:solidFill>
            </a:endParaRPr>
          </a:p>
          <a:p>
            <a:pPr indent="-431736" lvl="0" marL="457200" marR="0" rtl="0" algn="just">
              <a:lnSpc>
                <a:spcPct val="140011"/>
              </a:lnSpc>
              <a:spcBef>
                <a:spcPts val="0"/>
              </a:spcBef>
              <a:spcAft>
                <a:spcPts val="0"/>
              </a:spcAft>
              <a:buClr>
                <a:srgbClr val="0C3571"/>
              </a:buClr>
              <a:buSzPts val="3199"/>
              <a:buChar char="●"/>
            </a:pPr>
            <a:r>
              <a:rPr lang="en-US" sz="3199">
                <a:solidFill>
                  <a:srgbClr val="0C3571"/>
                </a:solidFill>
              </a:rPr>
              <a:t>How: Finds eigenvectors and eigenvalues of the covariance matrix.</a:t>
            </a:r>
            <a:endParaRPr sz="3199">
              <a:solidFill>
                <a:srgbClr val="0C357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51" name="Shape 651"/>
        <p:cNvGrpSpPr/>
        <p:nvPr/>
      </p:nvGrpSpPr>
      <p:grpSpPr>
        <a:xfrm>
          <a:off x="0" y="0"/>
          <a:ext cx="0" cy="0"/>
          <a:chOff x="0" y="0"/>
          <a:chExt cx="0" cy="0"/>
        </a:xfrm>
      </p:grpSpPr>
      <p:sp>
        <p:nvSpPr>
          <p:cNvPr id="652" name="Google Shape;652;g3c72d59a13d_0_0"/>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PCA Solved Example</a:t>
            </a:r>
            <a:endParaRPr sz="4000"/>
          </a:p>
        </p:txBody>
      </p:sp>
      <p:pic>
        <p:nvPicPr>
          <p:cNvPr id="653" name="Google Shape;653;g3c72d59a13d_0_0"/>
          <p:cNvPicPr preferRelativeResize="0"/>
          <p:nvPr/>
        </p:nvPicPr>
        <p:blipFill>
          <a:blip r:embed="rId3">
            <a:alphaModFix/>
          </a:blip>
          <a:stretch>
            <a:fillRect/>
          </a:stretch>
        </p:blipFill>
        <p:spPr>
          <a:xfrm>
            <a:off x="152400" y="1181194"/>
            <a:ext cx="6715056" cy="8953408"/>
          </a:xfrm>
          <a:prstGeom prst="rect">
            <a:avLst/>
          </a:prstGeom>
          <a:noFill/>
          <a:ln>
            <a:noFill/>
          </a:ln>
        </p:spPr>
      </p:pic>
      <p:pic>
        <p:nvPicPr>
          <p:cNvPr id="654" name="Google Shape;654;g3c72d59a13d_0_0"/>
          <p:cNvPicPr preferRelativeResize="0"/>
          <p:nvPr/>
        </p:nvPicPr>
        <p:blipFill>
          <a:blip r:embed="rId4">
            <a:alphaModFix/>
          </a:blip>
          <a:stretch>
            <a:fillRect/>
          </a:stretch>
        </p:blipFill>
        <p:spPr>
          <a:xfrm>
            <a:off x="7019856" y="1181194"/>
            <a:ext cx="6715056" cy="8953408"/>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58" name="Shape 658"/>
        <p:cNvGrpSpPr/>
        <p:nvPr/>
      </p:nvGrpSpPr>
      <p:grpSpPr>
        <a:xfrm>
          <a:off x="0" y="0"/>
          <a:ext cx="0" cy="0"/>
          <a:chOff x="0" y="0"/>
          <a:chExt cx="0" cy="0"/>
        </a:xfrm>
      </p:grpSpPr>
      <p:sp>
        <p:nvSpPr>
          <p:cNvPr id="659" name="Google Shape;659;g3c72d59a13d_0_7"/>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PCA Solved Example</a:t>
            </a:r>
            <a:endParaRPr sz="4000"/>
          </a:p>
        </p:txBody>
      </p:sp>
      <p:pic>
        <p:nvPicPr>
          <p:cNvPr id="660" name="Google Shape;660;g3c72d59a13d_0_7"/>
          <p:cNvPicPr preferRelativeResize="0"/>
          <p:nvPr/>
        </p:nvPicPr>
        <p:blipFill>
          <a:blip r:embed="rId3">
            <a:alphaModFix/>
          </a:blip>
          <a:stretch>
            <a:fillRect/>
          </a:stretch>
        </p:blipFill>
        <p:spPr>
          <a:xfrm>
            <a:off x="152400" y="1181194"/>
            <a:ext cx="6715056" cy="8953408"/>
          </a:xfrm>
          <a:prstGeom prst="rect">
            <a:avLst/>
          </a:prstGeom>
          <a:noFill/>
          <a:ln>
            <a:noFill/>
          </a:ln>
        </p:spPr>
      </p:pic>
      <p:pic>
        <p:nvPicPr>
          <p:cNvPr id="661" name="Google Shape;661;g3c72d59a13d_0_7"/>
          <p:cNvPicPr preferRelativeResize="0"/>
          <p:nvPr/>
        </p:nvPicPr>
        <p:blipFill>
          <a:blip r:embed="rId4">
            <a:alphaModFix/>
          </a:blip>
          <a:stretch>
            <a:fillRect/>
          </a:stretch>
        </p:blipFill>
        <p:spPr>
          <a:xfrm>
            <a:off x="7019856" y="1181194"/>
            <a:ext cx="6715056" cy="8953408"/>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65" name="Shape 665"/>
        <p:cNvGrpSpPr/>
        <p:nvPr/>
      </p:nvGrpSpPr>
      <p:grpSpPr>
        <a:xfrm>
          <a:off x="0" y="0"/>
          <a:ext cx="0" cy="0"/>
          <a:chOff x="0" y="0"/>
          <a:chExt cx="0" cy="0"/>
        </a:xfrm>
      </p:grpSpPr>
      <p:sp>
        <p:nvSpPr>
          <p:cNvPr id="666" name="Google Shape;666;g3c72d59a13d_0_13"/>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PCA Solved Example</a:t>
            </a:r>
            <a:endParaRPr sz="4000"/>
          </a:p>
        </p:txBody>
      </p:sp>
      <p:pic>
        <p:nvPicPr>
          <p:cNvPr id="667" name="Google Shape;667;g3c72d59a13d_0_13"/>
          <p:cNvPicPr preferRelativeResize="0"/>
          <p:nvPr/>
        </p:nvPicPr>
        <p:blipFill>
          <a:blip r:embed="rId3">
            <a:alphaModFix/>
          </a:blip>
          <a:stretch>
            <a:fillRect/>
          </a:stretch>
        </p:blipFill>
        <p:spPr>
          <a:xfrm>
            <a:off x="152400" y="1181194"/>
            <a:ext cx="6715056" cy="8953408"/>
          </a:xfrm>
          <a:prstGeom prst="rect">
            <a:avLst/>
          </a:prstGeom>
          <a:noFill/>
          <a:ln>
            <a:noFill/>
          </a:ln>
        </p:spPr>
      </p:pic>
      <p:pic>
        <p:nvPicPr>
          <p:cNvPr id="668" name="Google Shape;668;g3c72d59a13d_0_13"/>
          <p:cNvPicPr preferRelativeResize="0"/>
          <p:nvPr/>
        </p:nvPicPr>
        <p:blipFill>
          <a:blip r:embed="rId4">
            <a:alphaModFix/>
          </a:blip>
          <a:stretch>
            <a:fillRect/>
          </a:stretch>
        </p:blipFill>
        <p:spPr>
          <a:xfrm>
            <a:off x="7019856" y="1181194"/>
            <a:ext cx="6715056" cy="8953408"/>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72" name="Shape 672"/>
        <p:cNvGrpSpPr/>
        <p:nvPr/>
      </p:nvGrpSpPr>
      <p:grpSpPr>
        <a:xfrm>
          <a:off x="0" y="0"/>
          <a:ext cx="0" cy="0"/>
          <a:chOff x="0" y="0"/>
          <a:chExt cx="0" cy="0"/>
        </a:xfrm>
      </p:grpSpPr>
      <p:sp>
        <p:nvSpPr>
          <p:cNvPr id="673" name="Google Shape;673;g3c72d59a13d_0_17"/>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PCA Solved Example</a:t>
            </a:r>
            <a:endParaRPr sz="4000"/>
          </a:p>
        </p:txBody>
      </p:sp>
      <p:pic>
        <p:nvPicPr>
          <p:cNvPr id="674" name="Google Shape;674;g3c72d59a13d_0_17"/>
          <p:cNvPicPr preferRelativeResize="0"/>
          <p:nvPr/>
        </p:nvPicPr>
        <p:blipFill>
          <a:blip r:embed="rId3">
            <a:alphaModFix/>
          </a:blip>
          <a:stretch>
            <a:fillRect/>
          </a:stretch>
        </p:blipFill>
        <p:spPr>
          <a:xfrm>
            <a:off x="152400" y="1181194"/>
            <a:ext cx="6715056" cy="8953408"/>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78" name="Shape 678"/>
        <p:cNvGrpSpPr/>
        <p:nvPr/>
      </p:nvGrpSpPr>
      <p:grpSpPr>
        <a:xfrm>
          <a:off x="0" y="0"/>
          <a:ext cx="0" cy="0"/>
          <a:chOff x="0" y="0"/>
          <a:chExt cx="0" cy="0"/>
        </a:xfrm>
      </p:grpSpPr>
      <p:sp>
        <p:nvSpPr>
          <p:cNvPr id="679" name="Google Shape;679;g3c72d59a13d_0_26"/>
          <p:cNvSpPr txBox="1"/>
          <p:nvPr/>
        </p:nvSpPr>
        <p:spPr>
          <a:xfrm>
            <a:off x="1675005" y="413194"/>
            <a:ext cx="10009200" cy="6156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lang="en-US" sz="4000">
                <a:solidFill>
                  <a:srgbClr val="0C3571"/>
                </a:solidFill>
                <a:latin typeface="Anta"/>
                <a:ea typeface="Anta"/>
                <a:cs typeface="Anta"/>
                <a:sym typeface="Anta"/>
              </a:rPr>
              <a:t>SVD Vs PCA</a:t>
            </a:r>
            <a:endParaRPr sz="4000"/>
          </a:p>
        </p:txBody>
      </p:sp>
      <p:sp>
        <p:nvSpPr>
          <p:cNvPr id="680" name="Google Shape;680;g3c72d59a13d_0_26"/>
          <p:cNvSpPr txBox="1"/>
          <p:nvPr/>
        </p:nvSpPr>
        <p:spPr>
          <a:xfrm>
            <a:off x="699600" y="1706100"/>
            <a:ext cx="16888800" cy="80760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199">
                <a:solidFill>
                  <a:srgbClr val="0C3571"/>
                </a:solidFill>
              </a:rPr>
              <a:t>Singular Value Decomposition (SVD)</a:t>
            </a:r>
            <a:endParaRPr b="1" sz="3199">
              <a:solidFill>
                <a:srgbClr val="0C3571"/>
              </a:solidFill>
            </a:endParaRPr>
          </a:p>
          <a:p>
            <a:pPr indent="-431736" lvl="0" marL="457200" marR="0" rtl="0" algn="just">
              <a:lnSpc>
                <a:spcPct val="140011"/>
              </a:lnSpc>
              <a:spcBef>
                <a:spcPts val="0"/>
              </a:spcBef>
              <a:spcAft>
                <a:spcPts val="0"/>
              </a:spcAft>
              <a:buClr>
                <a:srgbClr val="0C3571"/>
              </a:buClr>
              <a:buSzPts val="3199"/>
              <a:buChar char="●"/>
            </a:pPr>
            <a:r>
              <a:rPr lang="en-US" sz="3199">
                <a:solidFill>
                  <a:srgbClr val="0C3571"/>
                </a:solidFill>
              </a:rPr>
              <a:t>What it does: A matrix factorization technique that breaks down any matrix (not just square or symmetric ones) into three simpler matrices (U, Σ, Vᵀ).</a:t>
            </a:r>
            <a:endParaRPr sz="3199">
              <a:solidFill>
                <a:srgbClr val="0C3571"/>
              </a:solidFill>
            </a:endParaRPr>
          </a:p>
          <a:p>
            <a:pPr indent="-431736" lvl="0" marL="457200" marR="0" rtl="0" algn="just">
              <a:lnSpc>
                <a:spcPct val="140011"/>
              </a:lnSpc>
              <a:spcBef>
                <a:spcPts val="0"/>
              </a:spcBef>
              <a:spcAft>
                <a:spcPts val="0"/>
              </a:spcAft>
              <a:buClr>
                <a:srgbClr val="0C3571"/>
              </a:buClr>
              <a:buSzPts val="3199"/>
              <a:buChar char="●"/>
            </a:pPr>
            <a:r>
              <a:rPr lang="en-US" sz="3199">
                <a:solidFill>
                  <a:srgbClr val="0C3571"/>
                </a:solidFill>
              </a:rPr>
              <a:t>Goal: Decompose data into fundamental components (rotations, scaling, another rotation).</a:t>
            </a:r>
            <a:endParaRPr sz="3199">
              <a:solidFill>
                <a:srgbClr val="0C3571"/>
              </a:solidFill>
            </a:endParaRPr>
          </a:p>
          <a:p>
            <a:pPr indent="-431736" lvl="0" marL="457200" marR="0" rtl="0" algn="just">
              <a:lnSpc>
                <a:spcPct val="140011"/>
              </a:lnSpc>
              <a:spcBef>
                <a:spcPts val="0"/>
              </a:spcBef>
              <a:spcAft>
                <a:spcPts val="0"/>
              </a:spcAft>
              <a:buClr>
                <a:srgbClr val="0C3571"/>
              </a:buClr>
              <a:buSzPts val="3199"/>
              <a:buChar char="●"/>
            </a:pPr>
            <a:r>
              <a:rPr lang="en-US" sz="3199">
                <a:solidFill>
                  <a:srgbClr val="0C3571"/>
                </a:solidFill>
              </a:rPr>
              <a:t>How: Gives you singular vectors (directions) and singular values (importance/magnitude).</a:t>
            </a:r>
            <a:endParaRPr sz="3199">
              <a:solidFill>
                <a:srgbClr val="0C3571"/>
              </a:solidFill>
            </a:endParaRPr>
          </a:p>
          <a:p>
            <a:pPr indent="0" lvl="0" marL="0" marR="0" rtl="0" algn="just">
              <a:lnSpc>
                <a:spcPct val="140011"/>
              </a:lnSpc>
              <a:spcBef>
                <a:spcPts val="0"/>
              </a:spcBef>
              <a:spcAft>
                <a:spcPts val="0"/>
              </a:spcAft>
              <a:buNone/>
            </a:pPr>
            <a:r>
              <a:rPr b="1" lang="en-US" sz="3199">
                <a:solidFill>
                  <a:srgbClr val="0C3571"/>
                </a:solidFill>
              </a:rPr>
              <a:t>Principal Component Analysis (PCA)</a:t>
            </a:r>
            <a:endParaRPr b="1" sz="3199">
              <a:solidFill>
                <a:srgbClr val="0C3571"/>
              </a:solidFill>
            </a:endParaRPr>
          </a:p>
          <a:p>
            <a:pPr indent="-431736" lvl="0" marL="457200" marR="0" rtl="0" algn="just">
              <a:lnSpc>
                <a:spcPct val="140011"/>
              </a:lnSpc>
              <a:spcBef>
                <a:spcPts val="0"/>
              </a:spcBef>
              <a:spcAft>
                <a:spcPts val="0"/>
              </a:spcAft>
              <a:buClr>
                <a:srgbClr val="0C3571"/>
              </a:buClr>
              <a:buSzPts val="3199"/>
              <a:buChar char="●"/>
            </a:pPr>
            <a:r>
              <a:rPr lang="en-US" sz="3199">
                <a:solidFill>
                  <a:srgbClr val="0C3571"/>
                </a:solidFill>
              </a:rPr>
              <a:t>What it does: Finds new, uncorrelated variables (Principal Components) that capture the maximum variance in the data, helping to reduce dimensions and visualize complex datasets.</a:t>
            </a:r>
            <a:endParaRPr sz="3199">
              <a:solidFill>
                <a:srgbClr val="0C3571"/>
              </a:solidFill>
            </a:endParaRPr>
          </a:p>
          <a:p>
            <a:pPr indent="-431736" lvl="0" marL="457200" marR="0" rtl="0" algn="just">
              <a:lnSpc>
                <a:spcPct val="140011"/>
              </a:lnSpc>
              <a:spcBef>
                <a:spcPts val="0"/>
              </a:spcBef>
              <a:spcAft>
                <a:spcPts val="0"/>
              </a:spcAft>
              <a:buClr>
                <a:srgbClr val="0C3571"/>
              </a:buClr>
              <a:buSzPts val="3199"/>
              <a:buChar char="●"/>
            </a:pPr>
            <a:r>
              <a:rPr lang="en-US" sz="3199">
                <a:solidFill>
                  <a:srgbClr val="0C3571"/>
                </a:solidFill>
              </a:rPr>
              <a:t>Goal: Feature extraction and dimensionality reduction by identifying the most significant patterns (directions of highest variance).</a:t>
            </a:r>
            <a:endParaRPr sz="3199">
              <a:solidFill>
                <a:srgbClr val="0C3571"/>
              </a:solidFill>
            </a:endParaRPr>
          </a:p>
          <a:p>
            <a:pPr indent="-431736" lvl="0" marL="457200" marR="0" rtl="0" algn="just">
              <a:lnSpc>
                <a:spcPct val="140011"/>
              </a:lnSpc>
              <a:spcBef>
                <a:spcPts val="0"/>
              </a:spcBef>
              <a:spcAft>
                <a:spcPts val="0"/>
              </a:spcAft>
              <a:buClr>
                <a:srgbClr val="0C3571"/>
              </a:buClr>
              <a:buSzPts val="3199"/>
              <a:buChar char="●"/>
            </a:pPr>
            <a:r>
              <a:rPr lang="en-US" sz="3199">
                <a:solidFill>
                  <a:srgbClr val="0C3571"/>
                </a:solidFill>
              </a:rPr>
              <a:t>How: Finds eigenvectors and eigenvalues of the covariance matrix.</a:t>
            </a:r>
            <a:endParaRPr sz="3199">
              <a:solidFill>
                <a:srgbClr val="0C357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84" name="Shape 684"/>
        <p:cNvGrpSpPr/>
        <p:nvPr/>
      </p:nvGrpSpPr>
      <p:grpSpPr>
        <a:xfrm>
          <a:off x="0" y="0"/>
          <a:ext cx="0" cy="0"/>
          <a:chOff x="0" y="0"/>
          <a:chExt cx="0" cy="0"/>
        </a:xfrm>
      </p:grpSpPr>
      <p:sp>
        <p:nvSpPr>
          <p:cNvPr id="685" name="Google Shape;685;g3c72d59a13d_0_31"/>
          <p:cNvSpPr txBox="1"/>
          <p:nvPr>
            <p:ph type="ctrTitle"/>
          </p:nvPr>
        </p:nvSpPr>
        <p:spPr>
          <a:xfrm>
            <a:off x="1371600" y="3195638"/>
            <a:ext cx="15544800" cy="2205000"/>
          </a:xfrm>
          <a:prstGeom prst="rect">
            <a:avLst/>
          </a:prstGeom>
          <a:noFill/>
          <a:ln>
            <a:noFill/>
          </a:ln>
        </p:spPr>
        <p:txBody>
          <a:bodyPr anchorCtr="0" anchor="ctr" bIns="83775" lIns="167625" spcFirstLastPara="1" rIns="167625" wrap="square" tIns="83775">
            <a:normAutofit fontScale="90000"/>
          </a:bodyPr>
          <a:lstStyle/>
          <a:p>
            <a:pPr indent="0" lvl="0" marL="0" rtl="0" algn="ctr">
              <a:spcBef>
                <a:spcPts val="0"/>
              </a:spcBef>
              <a:spcAft>
                <a:spcPts val="0"/>
              </a:spcAft>
              <a:buClr>
                <a:schemeClr val="dk1"/>
              </a:buClr>
              <a:buSzPct val="100000"/>
              <a:buFont typeface="Calibri"/>
              <a:buNone/>
            </a:pPr>
            <a:r>
              <a:rPr lang="en-US" sz="8100">
                <a:solidFill>
                  <a:schemeClr val="dk1"/>
                </a:solidFill>
                <a:latin typeface="Calibri"/>
                <a:ea typeface="Calibri"/>
                <a:cs typeface="Calibri"/>
                <a:sym typeface="Calibri"/>
              </a:rPr>
              <a:t>Statistics: Descriptive Statistics &amp; Statistical Inference</a:t>
            </a:r>
            <a:endParaRPr/>
          </a:p>
        </p:txBody>
      </p:sp>
      <p:sp>
        <p:nvSpPr>
          <p:cNvPr id="686" name="Google Shape;686;g3c72d59a13d_0_31"/>
          <p:cNvSpPr txBox="1"/>
          <p:nvPr>
            <p:ph idx="1" type="subTitle"/>
          </p:nvPr>
        </p:nvSpPr>
        <p:spPr>
          <a:xfrm>
            <a:off x="2743200" y="5829300"/>
            <a:ext cx="12801600" cy="2628900"/>
          </a:xfrm>
          <a:prstGeom prst="rect">
            <a:avLst/>
          </a:prstGeom>
          <a:noFill/>
          <a:ln>
            <a:noFill/>
          </a:ln>
        </p:spPr>
        <p:txBody>
          <a:bodyPr anchorCtr="0" anchor="t" bIns="83775" lIns="167625" spcFirstLastPara="1" rIns="167625" wrap="square" tIns="83775">
            <a:normAutofit/>
          </a:bodyPr>
          <a:lstStyle/>
          <a:p>
            <a:pPr indent="0" lvl="0" marL="0" rtl="0" algn="ctr">
              <a:spcBef>
                <a:spcPts val="0"/>
              </a:spcBef>
              <a:spcAft>
                <a:spcPts val="0"/>
              </a:spcAft>
              <a:buClr>
                <a:srgbClr val="888888"/>
              </a:buClr>
              <a:buSzPts val="5900"/>
              <a:buNone/>
            </a:pPr>
            <a:r>
              <a:rPr lang="en-US">
                <a:solidFill>
                  <a:srgbClr val="888888"/>
                </a:solidFill>
              </a:rPr>
              <a:t>Detailed Explanation with Diagrams</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90" name="Shape 690"/>
        <p:cNvGrpSpPr/>
        <p:nvPr/>
      </p:nvGrpSpPr>
      <p:grpSpPr>
        <a:xfrm>
          <a:off x="0" y="0"/>
          <a:ext cx="0" cy="0"/>
          <a:chOff x="0" y="0"/>
          <a:chExt cx="0" cy="0"/>
        </a:xfrm>
      </p:grpSpPr>
      <p:sp>
        <p:nvSpPr>
          <p:cNvPr id="691" name="Google Shape;691;g3c72d59a13d_0_485"/>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p>
            <a:pPr indent="0" lvl="0" marL="0" rtl="0" algn="ctr">
              <a:spcBef>
                <a:spcPts val="0"/>
              </a:spcBef>
              <a:spcAft>
                <a:spcPts val="0"/>
              </a:spcAft>
              <a:buClr>
                <a:schemeClr val="dk1"/>
              </a:buClr>
              <a:buSzPts val="8100"/>
              <a:buFont typeface="Calibri"/>
              <a:buNone/>
            </a:pPr>
            <a:r>
              <a:rPr lang="en-US" sz="8100">
                <a:solidFill>
                  <a:schemeClr val="dk1"/>
                </a:solidFill>
                <a:latin typeface="Calibri"/>
                <a:ea typeface="Calibri"/>
                <a:cs typeface="Calibri"/>
                <a:sym typeface="Calibri"/>
              </a:rPr>
              <a:t>Descriptive Statistics</a:t>
            </a:r>
            <a:endParaRPr/>
          </a:p>
        </p:txBody>
      </p:sp>
      <p:sp>
        <p:nvSpPr>
          <p:cNvPr id="692" name="Google Shape;692;g3c72d59a13d_0_485"/>
          <p:cNvSpPr txBox="1"/>
          <p:nvPr>
            <p:ph idx="1" type="body"/>
          </p:nvPr>
        </p:nvSpPr>
        <p:spPr>
          <a:xfrm>
            <a:off x="914400" y="2400300"/>
            <a:ext cx="16459200" cy="6789000"/>
          </a:xfrm>
          <a:prstGeom prst="rect">
            <a:avLst/>
          </a:prstGeom>
          <a:noFill/>
          <a:ln>
            <a:noFill/>
          </a:ln>
        </p:spPr>
        <p:txBody>
          <a:bodyPr anchorCtr="0" anchor="t" bIns="83775" lIns="167625" spcFirstLastPara="1" rIns="167625" wrap="square" tIns="83775">
            <a:normAutofit/>
          </a:bodyPr>
          <a:lstStyle/>
          <a:p>
            <a:pPr indent="-641350" lvl="0" marL="635000" rtl="0" algn="l">
              <a:spcBef>
                <a:spcPts val="0"/>
              </a:spcBef>
              <a:spcAft>
                <a:spcPts val="0"/>
              </a:spcAft>
              <a:buClr>
                <a:schemeClr val="dk1"/>
              </a:buClr>
              <a:buSzPts val="5900"/>
              <a:buChar char="•"/>
            </a:pPr>
            <a:r>
              <a:rPr lang="en-US" sz="5900">
                <a:solidFill>
                  <a:schemeClr val="dk1"/>
                </a:solidFill>
                <a:latin typeface="Calibri"/>
                <a:ea typeface="Calibri"/>
                <a:cs typeface="Calibri"/>
                <a:sym typeface="Calibri"/>
              </a:rPr>
              <a:t>Descriptive statistics summarizes data.</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Measures of Central Tendency: Mean, Median, Mode.</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Measures of Dispersion: Variance, Standard Deviation.</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Used for understanding dataset characteristics.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696" name="Shape 696"/>
        <p:cNvGrpSpPr/>
        <p:nvPr/>
      </p:nvGrpSpPr>
      <p:grpSpPr>
        <a:xfrm>
          <a:off x="0" y="0"/>
          <a:ext cx="0" cy="0"/>
          <a:chOff x="0" y="0"/>
          <a:chExt cx="0" cy="0"/>
        </a:xfrm>
      </p:grpSpPr>
      <p:sp>
        <p:nvSpPr>
          <p:cNvPr id="697" name="Google Shape;697;g3c72d59a13d_0_490"/>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p>
            <a:pPr indent="0" lvl="0" marL="0" rtl="0" algn="ctr">
              <a:spcBef>
                <a:spcPts val="0"/>
              </a:spcBef>
              <a:spcAft>
                <a:spcPts val="0"/>
              </a:spcAft>
              <a:buClr>
                <a:schemeClr val="dk1"/>
              </a:buClr>
              <a:buSzPts val="8100"/>
              <a:buFont typeface="Calibri"/>
              <a:buNone/>
            </a:pPr>
            <a:r>
              <a:rPr lang="en-US" sz="8100">
                <a:solidFill>
                  <a:schemeClr val="dk1"/>
                </a:solidFill>
                <a:latin typeface="Calibri"/>
                <a:ea typeface="Calibri"/>
                <a:cs typeface="Calibri"/>
                <a:sym typeface="Calibri"/>
              </a:rPr>
              <a:t>Data Distributions</a:t>
            </a:r>
            <a:endParaRPr/>
          </a:p>
        </p:txBody>
      </p:sp>
      <p:sp>
        <p:nvSpPr>
          <p:cNvPr id="698" name="Google Shape;698;g3c72d59a13d_0_490"/>
          <p:cNvSpPr txBox="1"/>
          <p:nvPr>
            <p:ph idx="1" type="body"/>
          </p:nvPr>
        </p:nvSpPr>
        <p:spPr>
          <a:xfrm>
            <a:off x="914400" y="2400300"/>
            <a:ext cx="16459200" cy="6789000"/>
          </a:xfrm>
          <a:prstGeom prst="rect">
            <a:avLst/>
          </a:prstGeom>
          <a:noFill/>
          <a:ln>
            <a:noFill/>
          </a:ln>
        </p:spPr>
        <p:txBody>
          <a:bodyPr anchorCtr="0" anchor="t" bIns="83775" lIns="167625" spcFirstLastPara="1" rIns="167625" wrap="square" tIns="83775">
            <a:normAutofit/>
          </a:bodyPr>
          <a:lstStyle/>
          <a:p>
            <a:pPr indent="-641350" lvl="0" marL="635000" rtl="0" algn="l">
              <a:spcBef>
                <a:spcPts val="0"/>
              </a:spcBef>
              <a:spcAft>
                <a:spcPts val="0"/>
              </a:spcAft>
              <a:buClr>
                <a:schemeClr val="dk1"/>
              </a:buClr>
              <a:buSzPts val="5900"/>
              <a:buChar char="•"/>
            </a:pPr>
            <a:r>
              <a:rPr lang="en-US" sz="5900">
                <a:solidFill>
                  <a:schemeClr val="dk1"/>
                </a:solidFill>
                <a:latin typeface="Calibri"/>
                <a:ea typeface="Calibri"/>
                <a:cs typeface="Calibri"/>
                <a:sym typeface="Calibri"/>
              </a:rPr>
              <a:t>A distribution shows how data values are spread.</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Symmetric vs Skewed distributions.</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Discrete vs Continuous distributions.</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702" name="Shape 702"/>
        <p:cNvGrpSpPr/>
        <p:nvPr/>
      </p:nvGrpSpPr>
      <p:grpSpPr>
        <a:xfrm>
          <a:off x="0" y="0"/>
          <a:ext cx="0" cy="0"/>
          <a:chOff x="0" y="0"/>
          <a:chExt cx="0" cy="0"/>
        </a:xfrm>
      </p:grpSpPr>
      <p:sp>
        <p:nvSpPr>
          <p:cNvPr id="703" name="Google Shape;703;g3c72d59a13d_0_495"/>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p>
            <a:pPr indent="0" lvl="0" marL="0" rtl="0" algn="ctr">
              <a:spcBef>
                <a:spcPts val="0"/>
              </a:spcBef>
              <a:spcAft>
                <a:spcPts val="0"/>
              </a:spcAft>
              <a:buClr>
                <a:schemeClr val="dk1"/>
              </a:buClr>
              <a:buSzPts val="8100"/>
              <a:buFont typeface="Calibri"/>
              <a:buNone/>
            </a:pPr>
            <a:r>
              <a:rPr lang="en-US" sz="8100">
                <a:solidFill>
                  <a:schemeClr val="dk1"/>
                </a:solidFill>
                <a:latin typeface="Calibri"/>
                <a:ea typeface="Calibri"/>
                <a:cs typeface="Calibri"/>
                <a:sym typeface="Calibri"/>
              </a:rPr>
              <a:t>Normal Distribution</a:t>
            </a:r>
            <a:endParaRPr/>
          </a:p>
        </p:txBody>
      </p:sp>
      <p:pic>
        <p:nvPicPr>
          <p:cNvPr descr="normal_distribution.png" id="704" name="Google Shape;704;g3c72d59a13d_0_495"/>
          <p:cNvPicPr preferRelativeResize="0"/>
          <p:nvPr/>
        </p:nvPicPr>
        <p:blipFill rotWithShape="1">
          <a:blip r:embed="rId3">
            <a:alphaModFix/>
          </a:blip>
          <a:srcRect b="0" l="0" r="0" t="0"/>
          <a:stretch/>
        </p:blipFill>
        <p:spPr>
          <a:xfrm>
            <a:off x="1828800" y="2057400"/>
            <a:ext cx="8229600" cy="6172200"/>
          </a:xfrm>
          <a:prstGeom prst="rect">
            <a:avLst/>
          </a:prstGeom>
          <a:noFill/>
          <a:ln>
            <a:noFill/>
          </a:ln>
        </p:spPr>
      </p:pic>
      <p:sp>
        <p:nvSpPr>
          <p:cNvPr id="705" name="Google Shape;705;g3c72d59a13d_0_495"/>
          <p:cNvSpPr txBox="1"/>
          <p:nvPr/>
        </p:nvSpPr>
        <p:spPr>
          <a:xfrm>
            <a:off x="1828800" y="7900416"/>
            <a:ext cx="14630400" cy="1185000"/>
          </a:xfrm>
          <a:prstGeom prst="rect">
            <a:avLst/>
          </a:prstGeom>
          <a:noFill/>
          <a:ln>
            <a:noFill/>
          </a:ln>
        </p:spPr>
        <p:txBody>
          <a:bodyPr anchorCtr="0" anchor="t" bIns="83775" lIns="167625" spcFirstLastPara="1" rIns="167625" wrap="square" tIns="83775">
            <a:spAutoFit/>
          </a:bodyPr>
          <a:lstStyle/>
          <a:p>
            <a:pPr indent="0" lvl="0" marL="0" marR="0" rtl="0" algn="l">
              <a:spcBef>
                <a:spcPts val="0"/>
              </a:spcBef>
              <a:spcAft>
                <a:spcPts val="0"/>
              </a:spcAft>
              <a:buNone/>
            </a:pPr>
            <a:r>
              <a:rPr b="0" i="0" lang="en-US" sz="3300" u="none" cap="none" strike="noStrike">
                <a:solidFill>
                  <a:schemeClr val="dk1"/>
                </a:solidFill>
                <a:latin typeface="Calibri"/>
                <a:ea typeface="Calibri"/>
                <a:cs typeface="Calibri"/>
                <a:sym typeface="Calibri"/>
              </a:rPr>
              <a:t>Bell-shaped symmetric distribution. Mean = Median = Mode. 68-95-99.7 Rule applies.</a:t>
            </a:r>
            <a:endParaRPr sz="260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709" name="Shape 709"/>
        <p:cNvGrpSpPr/>
        <p:nvPr/>
      </p:nvGrpSpPr>
      <p:grpSpPr>
        <a:xfrm>
          <a:off x="0" y="0"/>
          <a:ext cx="0" cy="0"/>
          <a:chOff x="0" y="0"/>
          <a:chExt cx="0" cy="0"/>
        </a:xfrm>
      </p:grpSpPr>
      <p:sp>
        <p:nvSpPr>
          <p:cNvPr id="710" name="Google Shape;710;g3c72d59a13d_0_501"/>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p>
            <a:pPr indent="0" lvl="0" marL="0" rtl="0" algn="ctr">
              <a:spcBef>
                <a:spcPts val="0"/>
              </a:spcBef>
              <a:spcAft>
                <a:spcPts val="0"/>
              </a:spcAft>
              <a:buClr>
                <a:schemeClr val="dk1"/>
              </a:buClr>
              <a:buSzPts val="8100"/>
              <a:buFont typeface="Calibri"/>
              <a:buNone/>
            </a:pPr>
            <a:r>
              <a:rPr lang="en-US" sz="8100">
                <a:solidFill>
                  <a:schemeClr val="dk1"/>
                </a:solidFill>
                <a:latin typeface="Calibri"/>
                <a:ea typeface="Calibri"/>
                <a:cs typeface="Calibri"/>
                <a:sym typeface="Calibri"/>
              </a:rPr>
              <a:t>Binomial Distribution</a:t>
            </a:r>
            <a:endParaRPr/>
          </a:p>
        </p:txBody>
      </p:sp>
      <p:pic>
        <p:nvPicPr>
          <p:cNvPr descr="binomial_distribution.png" id="711" name="Google Shape;711;g3c72d59a13d_0_501"/>
          <p:cNvPicPr preferRelativeResize="0"/>
          <p:nvPr/>
        </p:nvPicPr>
        <p:blipFill rotWithShape="1">
          <a:blip r:embed="rId3">
            <a:alphaModFix/>
          </a:blip>
          <a:srcRect b="0" l="0" r="0" t="0"/>
          <a:stretch/>
        </p:blipFill>
        <p:spPr>
          <a:xfrm>
            <a:off x="1828800" y="2057400"/>
            <a:ext cx="8229600" cy="6172200"/>
          </a:xfrm>
          <a:prstGeom prst="rect">
            <a:avLst/>
          </a:prstGeom>
          <a:noFill/>
          <a:ln>
            <a:noFill/>
          </a:ln>
        </p:spPr>
      </p:pic>
      <p:sp>
        <p:nvSpPr>
          <p:cNvPr id="712" name="Google Shape;712;g3c72d59a13d_0_501"/>
          <p:cNvSpPr txBox="1"/>
          <p:nvPr/>
        </p:nvSpPr>
        <p:spPr>
          <a:xfrm>
            <a:off x="1828800" y="8101584"/>
            <a:ext cx="14630400" cy="677100"/>
          </a:xfrm>
          <a:prstGeom prst="rect">
            <a:avLst/>
          </a:prstGeom>
          <a:noFill/>
          <a:ln>
            <a:noFill/>
          </a:ln>
        </p:spPr>
        <p:txBody>
          <a:bodyPr anchorCtr="0" anchor="t" bIns="83775" lIns="167625" spcFirstLastPara="1" rIns="167625" wrap="square" tIns="83775">
            <a:spAutoFit/>
          </a:bodyPr>
          <a:lstStyle/>
          <a:p>
            <a:pPr indent="0" lvl="0" marL="0" marR="0" rtl="0" algn="l">
              <a:spcBef>
                <a:spcPts val="0"/>
              </a:spcBef>
              <a:spcAft>
                <a:spcPts val="0"/>
              </a:spcAft>
              <a:buNone/>
            </a:pPr>
            <a:r>
              <a:rPr lang="en-US" sz="3300">
                <a:solidFill>
                  <a:schemeClr val="dk1"/>
                </a:solidFill>
                <a:latin typeface="Calibri"/>
                <a:ea typeface="Calibri"/>
                <a:cs typeface="Calibri"/>
                <a:sym typeface="Calibri"/>
              </a:rPr>
              <a:t>Discrete probability distribution. Fixed number of trials. Two outcomes per trial.</a:t>
            </a:r>
            <a:endParaRPr sz="2600"/>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716" name="Shape 716"/>
        <p:cNvGrpSpPr/>
        <p:nvPr/>
      </p:nvGrpSpPr>
      <p:grpSpPr>
        <a:xfrm>
          <a:off x="0" y="0"/>
          <a:ext cx="0" cy="0"/>
          <a:chOff x="0" y="0"/>
          <a:chExt cx="0" cy="0"/>
        </a:xfrm>
      </p:grpSpPr>
      <p:sp>
        <p:nvSpPr>
          <p:cNvPr id="717" name="Google Shape;717;g3c72d59a13d_0_507"/>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p>
            <a:pPr indent="0" lvl="0" marL="0" rtl="0" algn="ctr">
              <a:spcBef>
                <a:spcPts val="0"/>
              </a:spcBef>
              <a:spcAft>
                <a:spcPts val="0"/>
              </a:spcAft>
              <a:buClr>
                <a:schemeClr val="dk1"/>
              </a:buClr>
              <a:buSzPts val="8100"/>
              <a:buFont typeface="Calibri"/>
              <a:buNone/>
            </a:pPr>
            <a:r>
              <a:rPr lang="en-US" sz="8100">
                <a:solidFill>
                  <a:schemeClr val="dk1"/>
                </a:solidFill>
                <a:latin typeface="Calibri"/>
                <a:ea typeface="Calibri"/>
                <a:cs typeface="Calibri"/>
                <a:sym typeface="Calibri"/>
              </a:rPr>
              <a:t>Statistical Inference</a:t>
            </a:r>
            <a:endParaRPr/>
          </a:p>
        </p:txBody>
      </p:sp>
      <p:sp>
        <p:nvSpPr>
          <p:cNvPr id="718" name="Google Shape;718;g3c72d59a13d_0_507"/>
          <p:cNvSpPr txBox="1"/>
          <p:nvPr>
            <p:ph idx="1" type="body"/>
          </p:nvPr>
        </p:nvSpPr>
        <p:spPr>
          <a:xfrm>
            <a:off x="914400" y="2400300"/>
            <a:ext cx="16459200" cy="6789000"/>
          </a:xfrm>
          <a:prstGeom prst="rect">
            <a:avLst/>
          </a:prstGeom>
          <a:noFill/>
          <a:ln>
            <a:noFill/>
          </a:ln>
        </p:spPr>
        <p:txBody>
          <a:bodyPr anchorCtr="0" anchor="t" bIns="83775" lIns="167625" spcFirstLastPara="1" rIns="167625" wrap="square" tIns="83775">
            <a:normAutofit/>
          </a:bodyPr>
          <a:lstStyle/>
          <a:p>
            <a:pPr indent="-641350" lvl="0" marL="635000" rtl="0" algn="l">
              <a:spcBef>
                <a:spcPts val="0"/>
              </a:spcBef>
              <a:spcAft>
                <a:spcPts val="0"/>
              </a:spcAft>
              <a:buClr>
                <a:schemeClr val="dk1"/>
              </a:buClr>
              <a:buSzPts val="5900"/>
              <a:buChar char="•"/>
            </a:pPr>
            <a:r>
              <a:rPr lang="en-US" sz="5900">
                <a:solidFill>
                  <a:schemeClr val="dk1"/>
                </a:solidFill>
                <a:latin typeface="Calibri"/>
                <a:ea typeface="Calibri"/>
                <a:cs typeface="Calibri"/>
                <a:sym typeface="Calibri"/>
              </a:rPr>
              <a:t>Used to draw conclusions about population using sample data.</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Includes estimation and hypothesis testing.</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Based on probability theory.</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722" name="Shape 722"/>
        <p:cNvGrpSpPr/>
        <p:nvPr/>
      </p:nvGrpSpPr>
      <p:grpSpPr>
        <a:xfrm>
          <a:off x="0" y="0"/>
          <a:ext cx="0" cy="0"/>
          <a:chOff x="0" y="0"/>
          <a:chExt cx="0" cy="0"/>
        </a:xfrm>
      </p:grpSpPr>
      <p:sp>
        <p:nvSpPr>
          <p:cNvPr id="723" name="Google Shape;723;g3c72d59a13d_0_512"/>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p>
            <a:pPr indent="0" lvl="0" marL="0" rtl="0" algn="ctr">
              <a:spcBef>
                <a:spcPts val="0"/>
              </a:spcBef>
              <a:spcAft>
                <a:spcPts val="0"/>
              </a:spcAft>
              <a:buClr>
                <a:schemeClr val="dk1"/>
              </a:buClr>
              <a:buSzPts val="8100"/>
              <a:buFont typeface="Calibri"/>
              <a:buNone/>
            </a:pPr>
            <a:r>
              <a:rPr lang="en-US" sz="8100">
                <a:solidFill>
                  <a:schemeClr val="dk1"/>
                </a:solidFill>
                <a:latin typeface="Calibri"/>
                <a:ea typeface="Calibri"/>
                <a:cs typeface="Calibri"/>
                <a:sym typeface="Calibri"/>
              </a:rPr>
              <a:t>Population vs Sample</a:t>
            </a:r>
            <a:endParaRPr/>
          </a:p>
        </p:txBody>
      </p:sp>
      <p:sp>
        <p:nvSpPr>
          <p:cNvPr id="724" name="Google Shape;724;g3c72d59a13d_0_512"/>
          <p:cNvSpPr txBox="1"/>
          <p:nvPr>
            <p:ph idx="1" type="body"/>
          </p:nvPr>
        </p:nvSpPr>
        <p:spPr>
          <a:xfrm>
            <a:off x="914400" y="2400300"/>
            <a:ext cx="16459200" cy="6789000"/>
          </a:xfrm>
          <a:prstGeom prst="rect">
            <a:avLst/>
          </a:prstGeom>
          <a:noFill/>
          <a:ln>
            <a:noFill/>
          </a:ln>
        </p:spPr>
        <p:txBody>
          <a:bodyPr anchorCtr="0" anchor="t" bIns="83775" lIns="167625" spcFirstLastPara="1" rIns="167625" wrap="square" tIns="83775">
            <a:normAutofit/>
          </a:bodyPr>
          <a:lstStyle/>
          <a:p>
            <a:pPr indent="-641350" lvl="0" marL="635000" rtl="0" algn="l">
              <a:spcBef>
                <a:spcPts val="0"/>
              </a:spcBef>
              <a:spcAft>
                <a:spcPts val="0"/>
              </a:spcAft>
              <a:buClr>
                <a:schemeClr val="dk1"/>
              </a:buClr>
              <a:buSzPts val="5900"/>
              <a:buChar char="•"/>
            </a:pPr>
            <a:r>
              <a:rPr lang="en-US" sz="5900">
                <a:solidFill>
                  <a:schemeClr val="dk1"/>
                </a:solidFill>
                <a:latin typeface="Calibri"/>
                <a:ea typeface="Calibri"/>
                <a:cs typeface="Calibri"/>
                <a:sym typeface="Calibri"/>
              </a:rPr>
              <a:t>Population: Entire group of interest.</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Sample: Subset selected from population.</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Sample statistics estimate population parameters.</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728" name="Shape 728"/>
        <p:cNvGrpSpPr/>
        <p:nvPr/>
      </p:nvGrpSpPr>
      <p:grpSpPr>
        <a:xfrm>
          <a:off x="0" y="0"/>
          <a:ext cx="0" cy="0"/>
          <a:chOff x="0" y="0"/>
          <a:chExt cx="0" cy="0"/>
        </a:xfrm>
      </p:grpSpPr>
      <p:sp>
        <p:nvSpPr>
          <p:cNvPr id="729" name="Google Shape;729;g3c72d59a13d_0_517"/>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fontScale="90000"/>
          </a:bodyPr>
          <a:lstStyle/>
          <a:p>
            <a:pPr indent="0" lvl="0" marL="0" rtl="0" algn="ctr">
              <a:spcBef>
                <a:spcPts val="0"/>
              </a:spcBef>
              <a:spcAft>
                <a:spcPts val="0"/>
              </a:spcAft>
              <a:buClr>
                <a:schemeClr val="dk1"/>
              </a:buClr>
              <a:buSzPct val="100000"/>
              <a:buFont typeface="Calibri"/>
              <a:buNone/>
            </a:pPr>
            <a:r>
              <a:rPr lang="en-US" sz="8100">
                <a:solidFill>
                  <a:schemeClr val="dk1"/>
                </a:solidFill>
                <a:latin typeface="Calibri"/>
                <a:ea typeface="Calibri"/>
                <a:cs typeface="Calibri"/>
                <a:sym typeface="Calibri"/>
              </a:rPr>
              <a:t>Sampling Distribution (Central Limit Theorem)</a:t>
            </a:r>
            <a:endParaRPr/>
          </a:p>
        </p:txBody>
      </p:sp>
      <p:pic>
        <p:nvPicPr>
          <p:cNvPr descr="sampling_distribution.png" id="730" name="Google Shape;730;g3c72d59a13d_0_517"/>
          <p:cNvPicPr preferRelativeResize="0"/>
          <p:nvPr/>
        </p:nvPicPr>
        <p:blipFill rotWithShape="1">
          <a:blip r:embed="rId3">
            <a:alphaModFix/>
          </a:blip>
          <a:srcRect b="0" l="0" r="0" t="0"/>
          <a:stretch/>
        </p:blipFill>
        <p:spPr>
          <a:xfrm>
            <a:off x="1828800" y="2057400"/>
            <a:ext cx="8229600" cy="6172200"/>
          </a:xfrm>
          <a:prstGeom prst="rect">
            <a:avLst/>
          </a:prstGeom>
          <a:noFill/>
          <a:ln>
            <a:noFill/>
          </a:ln>
        </p:spPr>
      </p:pic>
      <p:sp>
        <p:nvSpPr>
          <p:cNvPr id="731" name="Google Shape;731;g3c72d59a13d_0_517"/>
          <p:cNvSpPr txBox="1"/>
          <p:nvPr/>
        </p:nvSpPr>
        <p:spPr>
          <a:xfrm>
            <a:off x="1828800" y="8357616"/>
            <a:ext cx="14630400" cy="1185000"/>
          </a:xfrm>
          <a:prstGeom prst="rect">
            <a:avLst/>
          </a:prstGeom>
          <a:noFill/>
          <a:ln>
            <a:noFill/>
          </a:ln>
        </p:spPr>
        <p:txBody>
          <a:bodyPr anchorCtr="0" anchor="t" bIns="83775" lIns="167625" spcFirstLastPara="1" rIns="167625" wrap="square" tIns="83775">
            <a:spAutoFit/>
          </a:bodyPr>
          <a:lstStyle/>
          <a:p>
            <a:pPr indent="0" lvl="0" marL="0" marR="0" rtl="0" algn="l">
              <a:spcBef>
                <a:spcPts val="0"/>
              </a:spcBef>
              <a:spcAft>
                <a:spcPts val="0"/>
              </a:spcAft>
              <a:buNone/>
            </a:pPr>
            <a:r>
              <a:rPr lang="en-US" sz="3300">
                <a:solidFill>
                  <a:schemeClr val="dk1"/>
                </a:solidFill>
                <a:latin typeface="Calibri"/>
                <a:ea typeface="Calibri"/>
                <a:cs typeface="Calibri"/>
                <a:sym typeface="Calibri"/>
              </a:rPr>
              <a:t>Even if population is uniform, sampling distribution of mean approaches normal distribution.</a:t>
            </a:r>
            <a:endParaRPr sz="2600"/>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735" name="Shape 735"/>
        <p:cNvGrpSpPr/>
        <p:nvPr/>
      </p:nvGrpSpPr>
      <p:grpSpPr>
        <a:xfrm>
          <a:off x="0" y="0"/>
          <a:ext cx="0" cy="0"/>
          <a:chOff x="0" y="0"/>
          <a:chExt cx="0" cy="0"/>
        </a:xfrm>
      </p:grpSpPr>
      <p:sp>
        <p:nvSpPr>
          <p:cNvPr id="736" name="Google Shape;736;g3c72d59a13d_0_523"/>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p>
            <a:pPr indent="0" lvl="0" marL="0" rtl="0" algn="ctr">
              <a:spcBef>
                <a:spcPts val="0"/>
              </a:spcBef>
              <a:spcAft>
                <a:spcPts val="0"/>
              </a:spcAft>
              <a:buClr>
                <a:schemeClr val="dk1"/>
              </a:buClr>
              <a:buSzPts val="8100"/>
              <a:buFont typeface="Calibri"/>
              <a:buNone/>
            </a:pPr>
            <a:r>
              <a:rPr lang="en-US" sz="8100">
                <a:solidFill>
                  <a:schemeClr val="dk1"/>
                </a:solidFill>
                <a:latin typeface="Calibri"/>
                <a:ea typeface="Calibri"/>
                <a:cs typeface="Calibri"/>
                <a:sym typeface="Calibri"/>
              </a:rPr>
              <a:t>Statistical Modeling</a:t>
            </a:r>
            <a:endParaRPr/>
          </a:p>
        </p:txBody>
      </p:sp>
      <p:sp>
        <p:nvSpPr>
          <p:cNvPr id="737" name="Google Shape;737;g3c72d59a13d_0_523"/>
          <p:cNvSpPr txBox="1"/>
          <p:nvPr>
            <p:ph idx="1" type="body"/>
          </p:nvPr>
        </p:nvSpPr>
        <p:spPr>
          <a:xfrm>
            <a:off x="914400" y="2400300"/>
            <a:ext cx="16459200" cy="6789000"/>
          </a:xfrm>
          <a:prstGeom prst="rect">
            <a:avLst/>
          </a:prstGeom>
          <a:noFill/>
          <a:ln>
            <a:noFill/>
          </a:ln>
        </p:spPr>
        <p:txBody>
          <a:bodyPr anchorCtr="0" anchor="t" bIns="83775" lIns="167625" spcFirstLastPara="1" rIns="167625" wrap="square" tIns="83775">
            <a:normAutofit/>
          </a:bodyPr>
          <a:lstStyle/>
          <a:p>
            <a:pPr indent="-641350" lvl="0" marL="635000" rtl="0" algn="l">
              <a:spcBef>
                <a:spcPts val="0"/>
              </a:spcBef>
              <a:spcAft>
                <a:spcPts val="0"/>
              </a:spcAft>
              <a:buClr>
                <a:schemeClr val="dk1"/>
              </a:buClr>
              <a:buSzPts val="5900"/>
              <a:buChar char="•"/>
            </a:pPr>
            <a:r>
              <a:rPr lang="en-US" sz="5900">
                <a:solidFill>
                  <a:schemeClr val="dk1"/>
                </a:solidFill>
                <a:latin typeface="Calibri"/>
                <a:ea typeface="Calibri"/>
                <a:cs typeface="Calibri"/>
                <a:sym typeface="Calibri"/>
              </a:rPr>
              <a:t>Model represents real-world data mathematically.</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Example: Linear Regression, Logistic Regression.</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Helps in prediction and inference.</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741" name="Shape 741"/>
        <p:cNvGrpSpPr/>
        <p:nvPr/>
      </p:nvGrpSpPr>
      <p:grpSpPr>
        <a:xfrm>
          <a:off x="0" y="0"/>
          <a:ext cx="0" cy="0"/>
          <a:chOff x="0" y="0"/>
          <a:chExt cx="0" cy="0"/>
        </a:xfrm>
      </p:grpSpPr>
      <p:sp>
        <p:nvSpPr>
          <p:cNvPr id="742" name="Google Shape;742;g3c72d59a13d_0_528"/>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p>
            <a:pPr indent="0" lvl="0" marL="0" rtl="0" algn="ctr">
              <a:spcBef>
                <a:spcPts val="0"/>
              </a:spcBef>
              <a:spcAft>
                <a:spcPts val="0"/>
              </a:spcAft>
              <a:buClr>
                <a:schemeClr val="dk1"/>
              </a:buClr>
              <a:buSzPts val="8100"/>
              <a:buFont typeface="Calibri"/>
              <a:buNone/>
            </a:pPr>
            <a:r>
              <a:rPr lang="en-US" sz="8100">
                <a:solidFill>
                  <a:schemeClr val="dk1"/>
                </a:solidFill>
                <a:latin typeface="Calibri"/>
                <a:ea typeface="Calibri"/>
                <a:cs typeface="Calibri"/>
                <a:sym typeface="Calibri"/>
              </a:rPr>
              <a:t>Fitting a Model</a:t>
            </a:r>
            <a:endParaRPr/>
          </a:p>
        </p:txBody>
      </p:sp>
      <p:sp>
        <p:nvSpPr>
          <p:cNvPr id="743" name="Google Shape;743;g3c72d59a13d_0_528"/>
          <p:cNvSpPr txBox="1"/>
          <p:nvPr>
            <p:ph idx="1" type="body"/>
          </p:nvPr>
        </p:nvSpPr>
        <p:spPr>
          <a:xfrm>
            <a:off x="914400" y="2400300"/>
            <a:ext cx="16459200" cy="6789000"/>
          </a:xfrm>
          <a:prstGeom prst="rect">
            <a:avLst/>
          </a:prstGeom>
          <a:noFill/>
          <a:ln>
            <a:noFill/>
          </a:ln>
        </p:spPr>
        <p:txBody>
          <a:bodyPr anchorCtr="0" anchor="t" bIns="83775" lIns="167625" spcFirstLastPara="1" rIns="167625" wrap="square" tIns="83775">
            <a:normAutofit/>
          </a:bodyPr>
          <a:lstStyle/>
          <a:p>
            <a:pPr indent="-641350" lvl="0" marL="635000" rtl="0" algn="l">
              <a:spcBef>
                <a:spcPts val="0"/>
              </a:spcBef>
              <a:spcAft>
                <a:spcPts val="0"/>
              </a:spcAft>
              <a:buClr>
                <a:schemeClr val="dk1"/>
              </a:buClr>
              <a:buSzPts val="5900"/>
              <a:buChar char="•"/>
            </a:pPr>
            <a:r>
              <a:rPr lang="en-US" sz="5900">
                <a:solidFill>
                  <a:schemeClr val="dk1"/>
                </a:solidFill>
                <a:latin typeface="Calibri"/>
                <a:ea typeface="Calibri"/>
                <a:cs typeface="Calibri"/>
                <a:sym typeface="Calibri"/>
              </a:rPr>
              <a:t>Choose appropriate probability distribution.</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Estimate parameters (Mean, Variance).</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Evaluate goodness of fit (Chi-square, KS test).</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747" name="Shape 747"/>
        <p:cNvGrpSpPr/>
        <p:nvPr/>
      </p:nvGrpSpPr>
      <p:grpSpPr>
        <a:xfrm>
          <a:off x="0" y="0"/>
          <a:ext cx="0" cy="0"/>
          <a:chOff x="0" y="0"/>
          <a:chExt cx="0" cy="0"/>
        </a:xfrm>
      </p:grpSpPr>
      <p:sp>
        <p:nvSpPr>
          <p:cNvPr id="748" name="Google Shape;748;g3c72d59a13d_0_533"/>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p>
            <a:pPr indent="0" lvl="0" marL="0" rtl="0" algn="ctr">
              <a:spcBef>
                <a:spcPts val="0"/>
              </a:spcBef>
              <a:spcAft>
                <a:spcPts val="0"/>
              </a:spcAft>
              <a:buClr>
                <a:schemeClr val="dk1"/>
              </a:buClr>
              <a:buSzPts val="8100"/>
              <a:buFont typeface="Calibri"/>
              <a:buNone/>
            </a:pPr>
            <a:r>
              <a:rPr lang="en-US" sz="8100">
                <a:solidFill>
                  <a:schemeClr val="dk1"/>
                </a:solidFill>
                <a:latin typeface="Calibri"/>
                <a:ea typeface="Calibri"/>
                <a:cs typeface="Calibri"/>
                <a:sym typeface="Calibri"/>
              </a:rPr>
              <a:t>Hypothesis Testing</a:t>
            </a:r>
            <a:endParaRPr/>
          </a:p>
        </p:txBody>
      </p:sp>
      <p:sp>
        <p:nvSpPr>
          <p:cNvPr id="749" name="Google Shape;749;g3c72d59a13d_0_533"/>
          <p:cNvSpPr txBox="1"/>
          <p:nvPr>
            <p:ph idx="1" type="body"/>
          </p:nvPr>
        </p:nvSpPr>
        <p:spPr>
          <a:xfrm>
            <a:off x="914400" y="2400300"/>
            <a:ext cx="16459200" cy="6789000"/>
          </a:xfrm>
          <a:prstGeom prst="rect">
            <a:avLst/>
          </a:prstGeom>
          <a:noFill/>
          <a:ln>
            <a:noFill/>
          </a:ln>
        </p:spPr>
        <p:txBody>
          <a:bodyPr anchorCtr="0" anchor="t" bIns="83775" lIns="167625" spcFirstLastPara="1" rIns="167625" wrap="square" tIns="83775">
            <a:normAutofit/>
          </a:bodyPr>
          <a:lstStyle/>
          <a:p>
            <a:pPr indent="-641350" lvl="0" marL="635000" rtl="0" algn="l">
              <a:spcBef>
                <a:spcPts val="0"/>
              </a:spcBef>
              <a:spcAft>
                <a:spcPts val="0"/>
              </a:spcAft>
              <a:buClr>
                <a:schemeClr val="dk1"/>
              </a:buClr>
              <a:buSzPts val="5900"/>
              <a:buChar char="•"/>
            </a:pPr>
            <a:r>
              <a:rPr lang="en-US" sz="5900">
                <a:solidFill>
                  <a:schemeClr val="dk1"/>
                </a:solidFill>
                <a:latin typeface="Calibri"/>
                <a:ea typeface="Calibri"/>
                <a:cs typeface="Calibri"/>
                <a:sym typeface="Calibri"/>
              </a:rPr>
              <a:t>Null Hypothesis (H0) vs Alternative Hypothesis (H1).</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Choose significance level α.</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Compute test statistic and p-value.</a:t>
            </a:r>
            <a:endParaRPr/>
          </a:p>
          <a:p>
            <a:pPr indent="-514350" lvl="1" marL="1358900" rtl="0" algn="l">
              <a:spcBef>
                <a:spcPts val="1000"/>
              </a:spcBef>
              <a:spcAft>
                <a:spcPts val="0"/>
              </a:spcAft>
              <a:buClr>
                <a:schemeClr val="dk1"/>
              </a:buClr>
              <a:buSzPts val="5100"/>
              <a:buChar char="–"/>
            </a:pPr>
            <a:r>
              <a:rPr lang="en-US" sz="5100">
                <a:solidFill>
                  <a:schemeClr val="dk1"/>
                </a:solidFill>
                <a:latin typeface="Calibri"/>
                <a:ea typeface="Calibri"/>
                <a:cs typeface="Calibri"/>
                <a:sym typeface="Calibri"/>
              </a:rPr>
              <a:t>Decision: Reject or Fail to Reject H0.</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753" name="Shape 753"/>
        <p:cNvGrpSpPr/>
        <p:nvPr/>
      </p:nvGrpSpPr>
      <p:grpSpPr>
        <a:xfrm>
          <a:off x="0" y="0"/>
          <a:ext cx="0" cy="0"/>
          <a:chOff x="0" y="0"/>
          <a:chExt cx="0" cy="0"/>
        </a:xfrm>
      </p:grpSpPr>
      <p:sp>
        <p:nvSpPr>
          <p:cNvPr id="754" name="Google Shape;754;g3c72d59a13d_0_538"/>
          <p:cNvSpPr txBox="1"/>
          <p:nvPr>
            <p:ph type="title"/>
          </p:nvPr>
        </p:nvSpPr>
        <p:spPr>
          <a:xfrm>
            <a:off x="914400" y="411957"/>
            <a:ext cx="16459200" cy="1714500"/>
          </a:xfrm>
          <a:prstGeom prst="rect">
            <a:avLst/>
          </a:prstGeom>
          <a:noFill/>
          <a:ln>
            <a:noFill/>
          </a:ln>
        </p:spPr>
        <p:txBody>
          <a:bodyPr anchorCtr="0" anchor="ctr" bIns="83775" lIns="167625" spcFirstLastPara="1" rIns="167625" wrap="square" tIns="83775">
            <a:normAutofit/>
          </a:bodyPr>
          <a:lstStyle/>
          <a:p>
            <a:pPr indent="0" lvl="0" marL="0" rtl="0" algn="ctr">
              <a:spcBef>
                <a:spcPts val="0"/>
              </a:spcBef>
              <a:spcAft>
                <a:spcPts val="0"/>
              </a:spcAft>
              <a:buClr>
                <a:schemeClr val="dk1"/>
              </a:buClr>
              <a:buSzPts val="8100"/>
              <a:buFont typeface="Calibri"/>
              <a:buNone/>
            </a:pPr>
            <a:r>
              <a:rPr lang="en-US" sz="8100">
                <a:solidFill>
                  <a:schemeClr val="dk1"/>
                </a:solidFill>
                <a:latin typeface="Calibri"/>
                <a:ea typeface="Calibri"/>
                <a:cs typeface="Calibri"/>
                <a:sym typeface="Calibri"/>
              </a:rPr>
              <a:t>Hypothesis Testing Curve</a:t>
            </a:r>
            <a:endParaRPr/>
          </a:p>
        </p:txBody>
      </p:sp>
      <p:pic>
        <p:nvPicPr>
          <p:cNvPr descr="hypothesis_testing.png" id="755" name="Google Shape;755;g3c72d59a13d_0_538"/>
          <p:cNvPicPr preferRelativeResize="0"/>
          <p:nvPr/>
        </p:nvPicPr>
        <p:blipFill rotWithShape="1">
          <a:blip r:embed="rId3">
            <a:alphaModFix/>
          </a:blip>
          <a:srcRect b="0" l="0" r="0" t="0"/>
          <a:stretch/>
        </p:blipFill>
        <p:spPr>
          <a:xfrm>
            <a:off x="1828800" y="2057400"/>
            <a:ext cx="8229600" cy="6172200"/>
          </a:xfrm>
          <a:prstGeom prst="rect">
            <a:avLst/>
          </a:prstGeom>
          <a:noFill/>
          <a:ln>
            <a:noFill/>
          </a:ln>
        </p:spPr>
      </p:pic>
      <p:sp>
        <p:nvSpPr>
          <p:cNvPr id="756" name="Google Shape;756;g3c72d59a13d_0_538"/>
          <p:cNvSpPr txBox="1"/>
          <p:nvPr/>
        </p:nvSpPr>
        <p:spPr>
          <a:xfrm>
            <a:off x="1828800" y="8547442"/>
            <a:ext cx="14630400" cy="677100"/>
          </a:xfrm>
          <a:prstGeom prst="rect">
            <a:avLst/>
          </a:prstGeom>
          <a:noFill/>
          <a:ln>
            <a:noFill/>
          </a:ln>
        </p:spPr>
        <p:txBody>
          <a:bodyPr anchorCtr="0" anchor="t" bIns="83775" lIns="167625" spcFirstLastPara="1" rIns="167625" wrap="square" tIns="83775">
            <a:spAutoFit/>
          </a:bodyPr>
          <a:lstStyle/>
          <a:p>
            <a:pPr indent="0" lvl="0" marL="0" marR="0" rtl="0" algn="l">
              <a:spcBef>
                <a:spcPts val="0"/>
              </a:spcBef>
              <a:spcAft>
                <a:spcPts val="0"/>
              </a:spcAft>
              <a:buNone/>
            </a:pPr>
            <a:r>
              <a:rPr lang="en-US" sz="3300">
                <a:solidFill>
                  <a:schemeClr val="dk1"/>
                </a:solidFill>
                <a:latin typeface="Calibri"/>
                <a:ea typeface="Calibri"/>
                <a:cs typeface="Calibri"/>
                <a:sym typeface="Calibri"/>
              </a:rPr>
              <a:t>Critical regions at ±1.96 for α = 0.05 (two-tailed Z-test).</a:t>
            </a:r>
            <a:endParaRPr sz="2600"/>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F2F7"/>
        </a:solidFill>
      </p:bgPr>
    </p:bg>
    <p:spTree>
      <p:nvGrpSpPr>
        <p:cNvPr id="760" name="Shape 760"/>
        <p:cNvGrpSpPr/>
        <p:nvPr/>
      </p:nvGrpSpPr>
      <p:grpSpPr>
        <a:xfrm>
          <a:off x="0" y="0"/>
          <a:ext cx="0" cy="0"/>
          <a:chOff x="0" y="0"/>
          <a:chExt cx="0" cy="0"/>
        </a:xfrm>
      </p:grpSpPr>
      <p:sp>
        <p:nvSpPr>
          <p:cNvPr id="761" name="Google Shape;761;p10"/>
          <p:cNvSpPr/>
          <p:nvPr/>
        </p:nvSpPr>
        <p:spPr>
          <a:xfrm>
            <a:off x="-624614" y="6515100"/>
            <a:ext cx="7059478" cy="4114800"/>
          </a:xfrm>
          <a:custGeom>
            <a:rect b="b" l="l" r="r" t="t"/>
            <a:pathLst>
              <a:path extrusionOk="0" h="4114800" w="7059478">
                <a:moveTo>
                  <a:pt x="0" y="0"/>
                </a:moveTo>
                <a:lnTo>
                  <a:pt x="7059478" y="0"/>
                </a:lnTo>
                <a:lnTo>
                  <a:pt x="7059478" y="4114800"/>
                </a:lnTo>
                <a:lnTo>
                  <a:pt x="0" y="4114800"/>
                </a:lnTo>
                <a:lnTo>
                  <a:pt x="0" y="0"/>
                </a:lnTo>
                <a:close/>
              </a:path>
            </a:pathLst>
          </a:custGeom>
          <a:blipFill rotWithShape="1">
            <a:blip r:embed="rId3">
              <a:alphaModFix/>
            </a:blip>
            <a:stretch>
              <a:fillRect b="0" l="0" r="0" t="0"/>
            </a:stretch>
          </a:blipFill>
          <a:ln>
            <a:noFill/>
          </a:ln>
        </p:spPr>
      </p:sp>
      <p:sp>
        <p:nvSpPr>
          <p:cNvPr id="762" name="Google Shape;762;p10"/>
          <p:cNvSpPr/>
          <p:nvPr/>
        </p:nvSpPr>
        <p:spPr>
          <a:xfrm rot="10800000">
            <a:off x="11924574" y="-357188"/>
            <a:ext cx="7059478" cy="4114800"/>
          </a:xfrm>
          <a:custGeom>
            <a:rect b="b" l="l" r="r" t="t"/>
            <a:pathLst>
              <a:path extrusionOk="0" h="4114800" w="7059478">
                <a:moveTo>
                  <a:pt x="7059477" y="4114800"/>
                </a:moveTo>
                <a:lnTo>
                  <a:pt x="0" y="4114800"/>
                </a:lnTo>
                <a:lnTo>
                  <a:pt x="0" y="0"/>
                </a:lnTo>
                <a:lnTo>
                  <a:pt x="7059477" y="0"/>
                </a:lnTo>
                <a:lnTo>
                  <a:pt x="7059477" y="4114800"/>
                </a:lnTo>
                <a:close/>
              </a:path>
            </a:pathLst>
          </a:custGeom>
          <a:blipFill rotWithShape="1">
            <a:blip r:embed="rId3">
              <a:alphaModFix/>
            </a:blip>
            <a:stretch>
              <a:fillRect b="0" l="0" r="0" t="0"/>
            </a:stretch>
          </a:blipFill>
          <a:ln>
            <a:noFill/>
          </a:ln>
        </p:spPr>
      </p:sp>
      <p:sp>
        <p:nvSpPr>
          <p:cNvPr id="763" name="Google Shape;763;p10"/>
          <p:cNvSpPr/>
          <p:nvPr/>
        </p:nvSpPr>
        <p:spPr>
          <a:xfrm rot="-5002168">
            <a:off x="-1222246" y="-3356253"/>
            <a:ext cx="5987226" cy="5998131"/>
          </a:xfrm>
          <a:custGeom>
            <a:rect b="b" l="l" r="r" t="t"/>
            <a:pathLst>
              <a:path extrusionOk="0" h="5998131" w="5987226">
                <a:moveTo>
                  <a:pt x="0" y="0"/>
                </a:moveTo>
                <a:lnTo>
                  <a:pt x="5987225" y="0"/>
                </a:lnTo>
                <a:lnTo>
                  <a:pt x="5987225" y="5998131"/>
                </a:lnTo>
                <a:lnTo>
                  <a:pt x="0" y="5998131"/>
                </a:lnTo>
                <a:lnTo>
                  <a:pt x="0" y="0"/>
                </a:lnTo>
                <a:close/>
              </a:path>
            </a:pathLst>
          </a:custGeom>
          <a:blipFill rotWithShape="1">
            <a:blip r:embed="rId4">
              <a:alphaModFix/>
            </a:blip>
            <a:stretch>
              <a:fillRect b="0" l="0" r="0" t="0"/>
            </a:stretch>
          </a:blipFill>
          <a:ln>
            <a:noFill/>
          </a:ln>
        </p:spPr>
      </p:sp>
      <p:sp>
        <p:nvSpPr>
          <p:cNvPr id="764" name="Google Shape;764;p10"/>
          <p:cNvSpPr/>
          <p:nvPr/>
        </p:nvSpPr>
        <p:spPr>
          <a:xfrm rot="5797832">
            <a:off x="14265687" y="7630834"/>
            <a:ext cx="5987226" cy="5998131"/>
          </a:xfrm>
          <a:custGeom>
            <a:rect b="b" l="l" r="r" t="t"/>
            <a:pathLst>
              <a:path extrusionOk="0" h="5998131" w="5987226">
                <a:moveTo>
                  <a:pt x="5987226" y="5998132"/>
                </a:moveTo>
                <a:lnTo>
                  <a:pt x="0" y="5998132"/>
                </a:lnTo>
                <a:lnTo>
                  <a:pt x="0" y="0"/>
                </a:lnTo>
                <a:lnTo>
                  <a:pt x="5987226" y="0"/>
                </a:lnTo>
                <a:lnTo>
                  <a:pt x="5987226" y="5998132"/>
                </a:lnTo>
                <a:close/>
              </a:path>
            </a:pathLst>
          </a:custGeom>
          <a:blipFill rotWithShape="1">
            <a:blip r:embed="rId4">
              <a:alphaModFix/>
            </a:blip>
            <a:stretch>
              <a:fillRect b="0" l="0" r="0" t="0"/>
            </a:stretch>
          </a:blipFill>
          <a:ln>
            <a:noFill/>
          </a:ln>
        </p:spPr>
      </p:sp>
      <p:sp>
        <p:nvSpPr>
          <p:cNvPr id="765" name="Google Shape;765;p10"/>
          <p:cNvSpPr/>
          <p:nvPr/>
        </p:nvSpPr>
        <p:spPr>
          <a:xfrm rot="7488824">
            <a:off x="-221065" y="7727724"/>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766" name="Google Shape;766;p10"/>
          <p:cNvSpPr/>
          <p:nvPr/>
        </p:nvSpPr>
        <p:spPr>
          <a:xfrm rot="7488824">
            <a:off x="17178162" y="-1873476"/>
            <a:ext cx="3071030" cy="5804353"/>
          </a:xfrm>
          <a:custGeom>
            <a:rect b="b" l="l" r="r" t="t"/>
            <a:pathLst>
              <a:path extrusionOk="0" h="5804353" w="3071030">
                <a:moveTo>
                  <a:pt x="0" y="0"/>
                </a:moveTo>
                <a:lnTo>
                  <a:pt x="3071030" y="0"/>
                </a:lnTo>
                <a:lnTo>
                  <a:pt x="3071030" y="5804352"/>
                </a:lnTo>
                <a:lnTo>
                  <a:pt x="0" y="5804352"/>
                </a:lnTo>
                <a:lnTo>
                  <a:pt x="0" y="0"/>
                </a:lnTo>
                <a:close/>
              </a:path>
            </a:pathLst>
          </a:custGeom>
          <a:blipFill rotWithShape="1">
            <a:blip r:embed="rId5">
              <a:alphaModFix/>
            </a:blip>
            <a:stretch>
              <a:fillRect b="0" l="0" r="0" t="0"/>
            </a:stretch>
          </a:blipFill>
          <a:ln>
            <a:noFill/>
          </a:ln>
        </p:spPr>
      </p:sp>
      <p:sp>
        <p:nvSpPr>
          <p:cNvPr id="767" name="Google Shape;767;p10"/>
          <p:cNvSpPr txBox="1"/>
          <p:nvPr/>
        </p:nvSpPr>
        <p:spPr>
          <a:xfrm>
            <a:off x="2634754" y="3963894"/>
            <a:ext cx="13018493" cy="2130613"/>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1" i="0" lang="en-US" sz="12492" u="none" cap="none" strike="noStrike">
                <a:solidFill>
                  <a:srgbClr val="0C3571"/>
                </a:solidFill>
                <a:latin typeface="Anta"/>
                <a:ea typeface="Anta"/>
                <a:cs typeface="Anta"/>
                <a:sym typeface="Anta"/>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